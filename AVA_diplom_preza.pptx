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3"/>
  </p:notesMasterIdLst>
  <p:sldIdLst>
    <p:sldId id="311" r:id="rId3"/>
    <p:sldId id="314" r:id="rId4"/>
    <p:sldId id="315" r:id="rId5"/>
    <p:sldId id="260" r:id="rId6"/>
    <p:sldId id="262" r:id="rId7"/>
    <p:sldId id="317" r:id="rId8"/>
    <p:sldId id="316" r:id="rId9"/>
    <p:sldId id="319" r:id="rId10"/>
    <p:sldId id="321" r:id="rId11"/>
    <p:sldId id="323" r:id="rId12"/>
    <p:sldId id="318" r:id="rId13"/>
    <p:sldId id="325" r:id="rId14"/>
    <p:sldId id="344" r:id="rId15"/>
    <p:sldId id="346" r:id="rId16"/>
    <p:sldId id="345" r:id="rId17"/>
    <p:sldId id="347" r:id="rId18"/>
    <p:sldId id="349" r:id="rId19"/>
    <p:sldId id="350" r:id="rId20"/>
    <p:sldId id="351" r:id="rId21"/>
    <p:sldId id="320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09"/>
    <a:srgbClr val="99BADD"/>
    <a:srgbClr val="BBA591"/>
    <a:srgbClr val="336659"/>
    <a:srgbClr val="FAECC3"/>
    <a:srgbClr val="0070C0"/>
    <a:srgbClr val="8497B0"/>
    <a:srgbClr val="2859A8"/>
    <a:srgbClr val="6184D3"/>
    <a:srgbClr val="1B3C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0" autoAdjust="0"/>
    <p:restoredTop sz="94660"/>
  </p:normalViewPr>
  <p:slideViewPr>
    <p:cSldViewPr snapToGrid="0">
      <p:cViewPr varScale="1">
        <p:scale>
          <a:sx n="75" d="100"/>
          <a:sy n="75" d="100"/>
        </p:scale>
        <p:origin x="3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2800" b="1" i="0" u="none" strike="noStrike" kern="1200" spc="0" baseline="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r>
              <a:rPr lang="ru-RU" sz="2800" b="1" i="0" u="none" strike="noStrike" kern="1200" spc="0" baseline="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Сравнение экстрактивных методов</a:t>
            </a:r>
            <a:endParaRPr lang="en-US" sz="2800" b="1" i="0" u="none" strike="noStrike" kern="1200" spc="0" baseline="0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c:rich>
      </c:tx>
      <c:layout>
        <c:manualLayout>
          <c:xMode val="edge"/>
          <c:yMode val="edge"/>
          <c:x val="0.19626451865801178"/>
          <c:y val="3.71329882889279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2800" b="1" i="0" u="none" strike="noStrike" kern="1200" spc="0" baseline="0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ROUGE-1</c:v>
                </c:pt>
              </c:strCache>
            </c:strRef>
          </c:tx>
          <c:spPr>
            <a:solidFill>
              <a:srgbClr val="BBA59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Метод Луна</c:v>
                </c:pt>
                <c:pt idx="1">
                  <c:v>TextRank</c:v>
                </c:pt>
                <c:pt idx="2">
                  <c:v>LexRank</c:v>
                </c:pt>
                <c:pt idx="3">
                  <c:v>LSA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0.57999999999999996</c:v>
                </c:pt>
                <c:pt idx="1">
                  <c:v>0.64</c:v>
                </c:pt>
                <c:pt idx="2">
                  <c:v>0.56000000000000005</c:v>
                </c:pt>
                <c:pt idx="3">
                  <c:v>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32C-9B5F-6B4B39FE31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ROUGE-2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Метод Луна</c:v>
                </c:pt>
                <c:pt idx="1">
                  <c:v>TextRank</c:v>
                </c:pt>
                <c:pt idx="2">
                  <c:v>LexRank</c:v>
                </c:pt>
                <c:pt idx="3">
                  <c:v>LSA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0.54</c:v>
                </c:pt>
                <c:pt idx="1">
                  <c:v>0.59</c:v>
                </c:pt>
                <c:pt idx="2">
                  <c:v>0.51</c:v>
                </c:pt>
                <c:pt idx="3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32C-9B5F-6B4B39FE31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ROUGE-L</c:v>
                </c:pt>
              </c:strCache>
            </c:strRef>
          </c:tx>
          <c:spPr>
            <a:solidFill>
              <a:srgbClr val="336659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Метод Луна</c:v>
                </c:pt>
                <c:pt idx="1">
                  <c:v>TextRank</c:v>
                </c:pt>
                <c:pt idx="2">
                  <c:v>LexRank</c:v>
                </c:pt>
                <c:pt idx="3">
                  <c:v>LSA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0.57999999999999996</c:v>
                </c:pt>
                <c:pt idx="1">
                  <c:v>0.64</c:v>
                </c:pt>
                <c:pt idx="2">
                  <c:v>0.56000000000000005</c:v>
                </c:pt>
                <c:pt idx="3">
                  <c:v>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EC-432C-9B5F-6B4B39FE31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6936928"/>
        <c:axId val="446929008"/>
      </c:barChart>
      <c:catAx>
        <c:axId val="446936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2400" b="0" i="0" u="none" strike="noStrike" kern="1200" spc="0" baseline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ru-RU"/>
          </a:p>
        </c:txPr>
        <c:crossAx val="446929008"/>
        <c:crosses val="autoZero"/>
        <c:auto val="1"/>
        <c:lblAlgn val="ctr"/>
        <c:lblOffset val="100"/>
        <c:noMultiLvlLbl val="0"/>
      </c:catAx>
      <c:valAx>
        <c:axId val="44692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2400" b="0" i="0" u="none" strike="noStrike" kern="1200" spc="0" baseline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ru-RU"/>
          </a:p>
        </c:txPr>
        <c:crossAx val="446936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2400" b="0" i="0" u="none" strike="noStrike" kern="1200" spc="0" baseline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80" b="1" i="0" u="none" strike="noStrike" kern="1200" spc="0" baseline="0">
                <a:solidFill>
                  <a:srgbClr val="FFFFF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r>
              <a:rPr lang="en-US" b="1" dirty="0">
                <a:effectLst/>
              </a:rPr>
              <a:t>saiga_llama3_8b</a:t>
            </a:r>
            <a:r>
              <a:rPr lang="en-US" b="1" baseline="0" dirty="0"/>
              <a:t>: 250 </a:t>
            </a:r>
            <a:r>
              <a:rPr lang="ru-RU" b="1" baseline="0" dirty="0"/>
              <a:t>кластеров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880" b="1" i="0" u="none" strike="noStrike" kern="1200" spc="0" baseline="0">
              <a:solidFill>
                <a:srgbClr val="FFFFFF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ROUGE-1</c:v>
                </c:pt>
              </c:strCache>
            </c:strRef>
          </c:tx>
          <c:spPr>
            <a:ln w="44450" cap="rnd">
              <a:solidFill>
                <a:srgbClr val="BBA59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76200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entailment&gt;0 </c:v>
                </c:pt>
                <c:pt idx="1">
                  <c:v>entailment&gt;0,5</c:v>
                </c:pt>
                <c:pt idx="2">
                  <c:v>entailment&gt;0,7</c:v>
                </c:pt>
                <c:pt idx="3">
                  <c:v>entailment&gt;0,8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0.48099999999999998</c:v>
                </c:pt>
                <c:pt idx="1">
                  <c:v>0.44</c:v>
                </c:pt>
                <c:pt idx="2">
                  <c:v>0.41899999999999998</c:v>
                </c:pt>
                <c:pt idx="3">
                  <c:v>0.39800000000000002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B5-4F72-AB41-076F277162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ROUGE-2</c:v>
                </c:pt>
              </c:strCache>
            </c:strRef>
          </c:tx>
          <c:spPr>
            <a:ln w="44450" cap="rnd">
              <a:solidFill>
                <a:srgbClr val="33665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76200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entailment&gt;0 </c:v>
                </c:pt>
                <c:pt idx="1">
                  <c:v>entailment&gt;0,5</c:v>
                </c:pt>
                <c:pt idx="2">
                  <c:v>entailment&gt;0,7</c:v>
                </c:pt>
                <c:pt idx="3">
                  <c:v>entailment&gt;0,8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0.214</c:v>
                </c:pt>
                <c:pt idx="1">
                  <c:v>0.20899999999999999</c:v>
                </c:pt>
                <c:pt idx="2">
                  <c:v>0.2</c:v>
                </c:pt>
                <c:pt idx="3">
                  <c:v>0.191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B5-4F72-AB41-076F277162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ln w="44450" cap="rnd">
              <a:solidFill>
                <a:srgbClr val="99BAD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entailment&gt;0 </c:v>
                </c:pt>
                <c:pt idx="1">
                  <c:v>entailment&gt;0,5</c:v>
                </c:pt>
                <c:pt idx="2">
                  <c:v>entailment&gt;0,7</c:v>
                </c:pt>
                <c:pt idx="3">
                  <c:v>entailment&gt;0,8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B5-4F72-AB41-076F277162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4850096"/>
        <c:axId val="444852976"/>
      </c:lineChart>
      <c:catAx>
        <c:axId val="444850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ru-RU"/>
          </a:p>
        </c:txPr>
        <c:crossAx val="444852976"/>
        <c:crosses val="autoZero"/>
        <c:auto val="1"/>
        <c:lblAlgn val="ctr"/>
        <c:lblOffset val="100"/>
        <c:noMultiLvlLbl val="0"/>
      </c:catAx>
      <c:valAx>
        <c:axId val="444852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ru-RU"/>
          </a:p>
        </c:txPr>
        <c:crossAx val="444850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bg1"/>
          </a:solidFill>
          <a:latin typeface="Segoe UI" panose="020B0502040204020203" pitchFamily="34" charset="0"/>
          <a:cs typeface="Segoe UI" panose="020B0502040204020203" pitchFamily="34" charset="0"/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80" b="1" i="0" u="none" strike="noStrike" kern="1200" spc="0" baseline="0">
                <a:solidFill>
                  <a:srgbClr val="FFFFF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r>
              <a:rPr lang="en-US" b="1" baseline="0" dirty="0" err="1">
                <a:effectLst/>
              </a:rPr>
              <a:t>TextRank+LLM</a:t>
            </a:r>
            <a:r>
              <a:rPr lang="en-US" b="1" baseline="0" dirty="0"/>
              <a:t>: 250 </a:t>
            </a:r>
            <a:r>
              <a:rPr lang="ru-RU" b="1" baseline="0" dirty="0"/>
              <a:t>кластеров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880" b="1" i="0" u="none" strike="noStrike" kern="1200" spc="0" baseline="0">
              <a:solidFill>
                <a:srgbClr val="FFFFFF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ROUGE-1</c:v>
                </c:pt>
              </c:strCache>
            </c:strRef>
          </c:tx>
          <c:spPr>
            <a:ln w="44450" cap="rnd">
              <a:solidFill>
                <a:srgbClr val="BBA59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76200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entailment&gt;0 </c:v>
                </c:pt>
                <c:pt idx="1">
                  <c:v>entailment&gt;0,5</c:v>
                </c:pt>
                <c:pt idx="2">
                  <c:v>entailment&gt;0,7</c:v>
                </c:pt>
                <c:pt idx="3">
                  <c:v>entailment&gt;0,8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</c:v>
                </c:pt>
                <c:pt idx="1">
                  <c:v>0.307</c:v>
                </c:pt>
                <c:pt idx="2">
                  <c:v>0.29199999999999998</c:v>
                </c:pt>
                <c:pt idx="3">
                  <c:v>0.27700000000000002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0A-40E4-B538-A966842D9C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ROUGE-2</c:v>
                </c:pt>
              </c:strCache>
            </c:strRef>
          </c:tx>
          <c:spPr>
            <a:ln w="44450" cap="rnd">
              <a:solidFill>
                <a:srgbClr val="33665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76200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entailment&gt;0 </c:v>
                </c:pt>
                <c:pt idx="1">
                  <c:v>entailment&gt;0,5</c:v>
                </c:pt>
                <c:pt idx="2">
                  <c:v>entailment&gt;0,7</c:v>
                </c:pt>
                <c:pt idx="3">
                  <c:v>entailment&gt;0,8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0.18099999999999999</c:v>
                </c:pt>
                <c:pt idx="1">
                  <c:v>0.17299999999999999</c:v>
                </c:pt>
                <c:pt idx="2">
                  <c:v>0.16700000000000001</c:v>
                </c:pt>
                <c:pt idx="3">
                  <c:v>0.16200000000000001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0A-40E4-B538-A966842D9C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ln w="44450" cap="rnd">
              <a:solidFill>
                <a:srgbClr val="99BAD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entailment&gt;0 </c:v>
                </c:pt>
                <c:pt idx="1">
                  <c:v>entailment&gt;0,5</c:v>
                </c:pt>
                <c:pt idx="2">
                  <c:v>entailment&gt;0,7</c:v>
                </c:pt>
                <c:pt idx="3">
                  <c:v>entailment&gt;0,8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0A-40E4-B538-A966842D9C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4850096"/>
        <c:axId val="444852976"/>
      </c:lineChart>
      <c:catAx>
        <c:axId val="444850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ru-RU"/>
          </a:p>
        </c:txPr>
        <c:crossAx val="444852976"/>
        <c:crosses val="autoZero"/>
        <c:auto val="1"/>
        <c:lblAlgn val="ctr"/>
        <c:lblOffset val="100"/>
        <c:noMultiLvlLbl val="0"/>
      </c:catAx>
      <c:valAx>
        <c:axId val="444852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ru-RU"/>
          </a:p>
        </c:txPr>
        <c:crossAx val="444850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bg1"/>
          </a:solidFill>
          <a:latin typeface="Segoe UI" panose="020B0502040204020203" pitchFamily="34" charset="0"/>
          <a:cs typeface="Segoe UI" panose="020B0502040204020203" pitchFamily="34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fld id="{4E056B71-9EAA-4EF3-BB5F-012BD31D2699}" type="datetimeFigureOut">
              <a:rPr lang="zh-CN" altLang="en-US" smtClean="0"/>
              <a:t>2025/5/14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fld id="{625DD620-B765-4925-9660-3E0ECA0B066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5DD620-B765-4925-9660-3E0ECA0B066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字魂59号-创粗黑" panose="00000500000000000000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字魂59号-创粗黑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7658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FF50B-2C4E-7E8D-643A-16DE9A5E5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12A994-CCB6-F875-FF21-E4ABA8162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BA0886-81CB-520B-8E0F-8293169E0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4D0FF-3621-D5D6-EBA6-EC761F8DB4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672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B0833-E35C-B4CC-8244-892C8942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5C4E45-68BB-29C0-04AC-975228B9B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4291EB-AF29-1F12-0719-81D9DAB62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69030D-6A02-F3FB-6C12-80C108DD07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303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06B42-1C5B-4457-FC1D-CC8C7793C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E211A3-5F3D-6D64-6BA4-E46882E99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71DE06-4DEC-3878-0F6C-4F4DA84B4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9F12A9-6E25-4962-EB59-BB748F2B98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243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BBB37-DC9D-F2C0-08ED-71C1104E0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54AD15-058B-DA2F-6A92-ABF35E9EE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6257B0-F619-B644-3024-140C332AC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4AC847-EC74-ADE4-DC0B-5EF41BAA25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549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B6B3D-2156-9805-ED9D-271CA019C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5F3791-1E6B-1C81-84E5-5E451C828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5A3CC7-1F53-CEE0-7A98-4B495324B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5598C3-4F9C-34E5-B89D-B506F6E98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137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7FCFB-B30D-3C3C-7F1F-814EC687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80DAFE-5578-1571-F600-9D33F75E6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CC7AE5-66D3-EA45-8AE2-88AED82B1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83B3F4-0562-35F1-D460-A493B0B7F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577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E1AD2-8417-E46E-D6C5-ECB5392D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BC9CD0-3D25-0B06-E2CA-FCC64A7AC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E3D4E3-FB0E-EB20-2369-8998FAD22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153157-37D6-C369-FE76-25EA88296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251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6FAD1-3C1B-B8C9-9EE1-CA8D2EAF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D4E759-B3D4-3AF3-EFDE-F55963EF1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0D3473-0A95-3D7D-3A00-97707A60E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89C4EA-24F0-E152-93BF-5C47CD6C8A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313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90B75-16E9-F4F4-6D1D-B14133DC8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7B8366-444E-3257-30C5-F739CECBA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45496E-0C0C-D167-DE77-917C06173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56D4DE-4E43-AE33-F76C-E6AD0D9F4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92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B241-A118-9CED-67F2-66025A18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523DF2-49B1-6001-E95E-7E736AFD2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AA3EA1-33F5-061F-D747-13112FC64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165FE6-9FD4-9BD3-F1E5-72630A0B6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316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B2EAB-F4FF-0537-DBA8-765F62D8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869C9B-734A-2CAA-793B-AD839EB84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B66077-8ECA-2261-2149-5BFF55DB2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2E7F8C-774E-9958-772D-253BED879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440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11F98-CB6A-6FC8-CF32-10981124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88D593-E9B8-CA48-B5D4-989C0CEB3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2BFCF8-C686-3AF4-B3DC-10E4A238E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9ECD0-F477-DAA7-E179-9D5FAF2DFC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065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64F73-BD79-AEFC-386A-221077707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266D48-ACF4-3747-B4C1-9D8E62C69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E4EAF2-DE17-71A0-D400-34FBACD8D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53051E-2755-F342-23C0-EF2FA90CF0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9927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6BC9-86D3-768E-F01F-B866AA183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029993-0BDB-8AB6-6BDC-F18D4F105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F6D137-AB57-5240-A079-43A4C5C76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50E46F-FF01-E0D7-8B86-33FDD9F930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4021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D8F3-6A50-764C-358B-8FFE7505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7797DF-A73A-B9CC-BAFB-195BB04B3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F7F4AF-404B-CAF1-EEE3-472D313A4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50E245-E30F-0151-928E-1523E0A6E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7708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37DD3-5BD5-4DBF-0887-23667E9E9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E5C9EC-FD91-9DBF-0F8D-255416ECD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DA3574-2E43-7E9F-A067-7AA86B658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0BC595-57B9-D72C-1A08-08CE4FBC5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DD620-B765-4925-9660-3E0ECA0B066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342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0D70B-DFBD-D98C-09C9-F2245D40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8EED47-F509-AD0B-6EDA-82AF5D13C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4C9260-D175-E475-02A7-A08D58AAF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1FB2E9-7886-8F6A-DB97-FEE7A0505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5DD620-B765-4925-9660-3E0ECA0B066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字魂59号-创粗黑" panose="00000500000000000000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字魂59号-创粗黑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520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A9DF-33E9-4259-ADFF-37BF80AA4C54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11883-F6B3-416B-80A5-7CB4B68067F0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B251-0D6C-4442-879D-013686F8007D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9DEC-9C6E-43C3-9E18-700FED4EA9A2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 descr="999999-6D594D61"/>
          <p:cNvPicPr>
            <a:picLocks noChangeAspect="1"/>
          </p:cNvPicPr>
          <p:nvPr userDrawn="1"/>
        </p:nvPicPr>
        <p:blipFill>
          <a:blip r:embed="rId2"/>
          <a:srcRect r="15789"/>
          <a:stretch>
            <a:fillRect/>
          </a:stretch>
        </p:blipFill>
        <p:spPr>
          <a:xfrm>
            <a:off x="1428750" y="2964180"/>
            <a:ext cx="10770235" cy="41001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F9D9-9E76-46DE-9769-89F0A077E91E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263C7-FC8C-47D7-9455-D58EF669BBBC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9D4F73B5-C5FF-DC3C-944C-871C1A3D80F0}"/>
              </a:ext>
            </a:extLst>
          </p:cNvPr>
          <p:cNvSpPr txBox="1"/>
          <p:nvPr userDrawn="1"/>
        </p:nvSpPr>
        <p:spPr>
          <a:xfrm>
            <a:off x="1978522" y="6769732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2402926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4EE80-3B70-404C-9BB4-41CAF286F89F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F7A2-4229-41C5-AC71-AA0D16EE5975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3D52A-12CE-46B4-97F1-57F96BFC479B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193B-89D3-4250-9E00-44BA72857BD5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D9AA-4C2F-485E-87AD-1237E7B5DC10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7D02-D332-45F1-AFBB-59DFD0E42C4B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78CEA26-A717-44B9-B4DE-1311B9EF354E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025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5C1B7E-C041-407B-A125-E1BF19F360A2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964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484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458C8-C15B-4B02-AD65-C0B051A9910F}" type="datetime1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D00F3-E1C9-4EC6-A6B1-D1686BF6841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C:\Users\Administrator\Desktop\1217\51miz-E81810ww7-6D594D61.png51miz-E81810ww7-6D594D61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>
          <a:xfrm>
            <a:off x="-227965" y="-60960"/>
            <a:ext cx="12444730" cy="6979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23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jpe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215129" y="646124"/>
            <a:ext cx="757540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altLang="zh-CN" sz="4400" dirty="0">
                <a:sym typeface="+mn-lt"/>
              </a:rPr>
              <a:t>Автореферирование с подтверждением текстов специальной тематики</a:t>
            </a:r>
            <a:endParaRPr lang="zh-CN" altLang="en-US" sz="4400" dirty="0">
              <a:sym typeface="+mn-lt"/>
            </a:endParaRPr>
          </a:p>
        </p:txBody>
      </p:sp>
      <p:pic>
        <p:nvPicPr>
          <p:cNvPr id="7" name="图片 6" descr="51miz-E179530-5D62FB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920" y="-1120600"/>
            <a:ext cx="9093200" cy="90992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F35DCA1-34CA-B279-87B1-C9BF58B9BD36}"/>
              </a:ext>
            </a:extLst>
          </p:cNvPr>
          <p:cNvSpPr txBox="1"/>
          <p:nvPr/>
        </p:nvSpPr>
        <p:spPr>
          <a:xfrm>
            <a:off x="215129" y="3775615"/>
            <a:ext cx="336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sz="3200" b="0" dirty="0"/>
              <a:t>Выполнил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26B861-6725-C177-4F28-6F4D159BFDB9}"/>
              </a:ext>
            </a:extLst>
          </p:cNvPr>
          <p:cNvSpPr txBox="1"/>
          <p:nvPr/>
        </p:nvSpPr>
        <p:spPr>
          <a:xfrm>
            <a:off x="217967" y="5134757"/>
            <a:ext cx="33680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sz="3200" b="0" dirty="0"/>
              <a:t>Научный руководитель</a:t>
            </a:r>
          </a:p>
        </p:txBody>
      </p:sp>
    </p:spTree>
    <p:extLst>
      <p:ext uri="{BB962C8B-B14F-4D97-AF65-F5344CB8AC3E}">
        <p14:creationId xmlns:p14="http://schemas.microsoft.com/office/powerpoint/2010/main" val="2300055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9D445-F071-4F9B-86E8-5BCC7067A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999999-6D594D61">
            <a:extLst>
              <a:ext uri="{FF2B5EF4-FFF2-40B4-BE49-F238E27FC236}">
                <a16:creationId xmlns:a16="http://schemas.microsoft.com/office/drawing/2014/main" id="{7EE3098B-D1B7-C6C3-1EA8-7EA60889AB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>
            <a:off x="6648450" y="3682365"/>
            <a:ext cx="5524500" cy="3224530"/>
          </a:xfrm>
          <a:prstGeom prst="rect">
            <a:avLst/>
          </a:prstGeom>
        </p:spPr>
      </p:pic>
      <p:grpSp>
        <p:nvGrpSpPr>
          <p:cNvPr id="3" name="Google Shape;14843;p74">
            <a:extLst>
              <a:ext uri="{FF2B5EF4-FFF2-40B4-BE49-F238E27FC236}">
                <a16:creationId xmlns:a16="http://schemas.microsoft.com/office/drawing/2014/main" id="{42823172-6CE7-825C-139E-8354DBC03EEF}"/>
              </a:ext>
            </a:extLst>
          </p:cNvPr>
          <p:cNvGrpSpPr/>
          <p:nvPr/>
        </p:nvGrpSpPr>
        <p:grpSpPr>
          <a:xfrm>
            <a:off x="595794" y="5204316"/>
            <a:ext cx="888458" cy="850977"/>
            <a:chOff x="4179067" y="2811495"/>
            <a:chExt cx="286475" cy="274390"/>
          </a:xfrm>
        </p:grpSpPr>
        <p:sp>
          <p:nvSpPr>
            <p:cNvPr id="20" name="Google Shape;14844;p74">
              <a:extLst>
                <a:ext uri="{FF2B5EF4-FFF2-40B4-BE49-F238E27FC236}">
                  <a16:creationId xmlns:a16="http://schemas.microsoft.com/office/drawing/2014/main" id="{1D10D5D2-9987-771B-6B98-959C82D7EFB6}"/>
                </a:ext>
              </a:extLst>
            </p:cNvPr>
            <p:cNvSpPr/>
            <p:nvPr/>
          </p:nvSpPr>
          <p:spPr>
            <a:xfrm>
              <a:off x="4333786" y="2956651"/>
              <a:ext cx="69990" cy="69990"/>
            </a:xfrm>
            <a:custGeom>
              <a:avLst/>
              <a:gdLst/>
              <a:ahLst/>
              <a:cxnLst/>
              <a:rect l="l" t="t" r="r" b="b"/>
              <a:pathLst>
                <a:path w="2664" h="2664" extrusionOk="0">
                  <a:moveTo>
                    <a:pt x="493" y="0"/>
                  </a:moveTo>
                  <a:lnTo>
                    <a:pt x="0" y="493"/>
                  </a:lnTo>
                  <a:lnTo>
                    <a:pt x="2171" y="2664"/>
                  </a:lnTo>
                  <a:lnTo>
                    <a:pt x="2664" y="2171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DFE6E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" name="Google Shape;14845;p74">
              <a:extLst>
                <a:ext uri="{FF2B5EF4-FFF2-40B4-BE49-F238E27FC236}">
                  <a16:creationId xmlns:a16="http://schemas.microsoft.com/office/drawing/2014/main" id="{C29EEC07-C685-EA24-921C-71A53D97C35D}"/>
                </a:ext>
              </a:extLst>
            </p:cNvPr>
            <p:cNvSpPr/>
            <p:nvPr/>
          </p:nvSpPr>
          <p:spPr>
            <a:xfrm>
              <a:off x="4363290" y="2987022"/>
              <a:ext cx="102253" cy="98785"/>
            </a:xfrm>
            <a:custGeom>
              <a:avLst/>
              <a:gdLst/>
              <a:ahLst/>
              <a:cxnLst/>
              <a:rect l="l" t="t" r="r" b="b"/>
              <a:pathLst>
                <a:path w="3892" h="3760" extrusionOk="0">
                  <a:moveTo>
                    <a:pt x="820" y="1"/>
                  </a:moveTo>
                  <a:cubicBezTo>
                    <a:pt x="748" y="1"/>
                    <a:pt x="675" y="28"/>
                    <a:pt x="618" y="86"/>
                  </a:cubicBezTo>
                  <a:lnTo>
                    <a:pt x="112" y="592"/>
                  </a:lnTo>
                  <a:cubicBezTo>
                    <a:pt x="8" y="696"/>
                    <a:pt x="1" y="869"/>
                    <a:pt x="105" y="980"/>
                  </a:cubicBezTo>
                  <a:lnTo>
                    <a:pt x="2283" y="3471"/>
                  </a:lnTo>
                  <a:cubicBezTo>
                    <a:pt x="2456" y="3662"/>
                    <a:pt x="2696" y="3760"/>
                    <a:pt x="2936" y="3760"/>
                  </a:cubicBezTo>
                  <a:cubicBezTo>
                    <a:pt x="3156" y="3760"/>
                    <a:pt x="3376" y="3678"/>
                    <a:pt x="3545" y="3512"/>
                  </a:cubicBezTo>
                  <a:cubicBezTo>
                    <a:pt x="3892" y="3158"/>
                    <a:pt x="3878" y="2583"/>
                    <a:pt x="3503" y="2250"/>
                  </a:cubicBezTo>
                  <a:lnTo>
                    <a:pt x="1013" y="72"/>
                  </a:lnTo>
                  <a:cubicBezTo>
                    <a:pt x="956" y="25"/>
                    <a:pt x="888" y="1"/>
                    <a:pt x="820" y="1"/>
                  </a:cubicBezTo>
                  <a:close/>
                </a:path>
              </a:pathLst>
            </a:custGeom>
            <a:solidFill>
              <a:srgbClr val="B0B8C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" name="Google Shape;14846;p74">
              <a:extLst>
                <a:ext uri="{FF2B5EF4-FFF2-40B4-BE49-F238E27FC236}">
                  <a16:creationId xmlns:a16="http://schemas.microsoft.com/office/drawing/2014/main" id="{296D4292-15B7-148B-AB37-0D27B3C0B04A}"/>
                </a:ext>
              </a:extLst>
            </p:cNvPr>
            <p:cNvSpPr/>
            <p:nvPr/>
          </p:nvSpPr>
          <p:spPr>
            <a:xfrm>
              <a:off x="4363474" y="2993826"/>
              <a:ext cx="98259" cy="92059"/>
            </a:xfrm>
            <a:custGeom>
              <a:avLst/>
              <a:gdLst/>
              <a:ahLst/>
              <a:cxnLst/>
              <a:rect l="l" t="t" r="r" b="b"/>
              <a:pathLst>
                <a:path w="3740" h="3504" extrusionOk="0">
                  <a:moveTo>
                    <a:pt x="438" y="0"/>
                  </a:moveTo>
                  <a:lnTo>
                    <a:pt x="112" y="333"/>
                  </a:lnTo>
                  <a:cubicBezTo>
                    <a:pt x="1" y="437"/>
                    <a:pt x="1" y="610"/>
                    <a:pt x="98" y="721"/>
                  </a:cubicBezTo>
                  <a:lnTo>
                    <a:pt x="2276" y="3212"/>
                  </a:lnTo>
                  <a:cubicBezTo>
                    <a:pt x="2449" y="3406"/>
                    <a:pt x="2687" y="3503"/>
                    <a:pt x="2926" y="3503"/>
                  </a:cubicBezTo>
                  <a:cubicBezTo>
                    <a:pt x="3147" y="3503"/>
                    <a:pt x="3368" y="3420"/>
                    <a:pt x="3538" y="3253"/>
                  </a:cubicBezTo>
                  <a:cubicBezTo>
                    <a:pt x="3628" y="3163"/>
                    <a:pt x="3698" y="3052"/>
                    <a:pt x="3739" y="2934"/>
                  </a:cubicBezTo>
                  <a:lnTo>
                    <a:pt x="3739" y="2934"/>
                  </a:lnTo>
                  <a:cubicBezTo>
                    <a:pt x="3645" y="2967"/>
                    <a:pt x="3547" y="2984"/>
                    <a:pt x="3450" y="2984"/>
                  </a:cubicBezTo>
                  <a:cubicBezTo>
                    <a:pt x="3205" y="2984"/>
                    <a:pt x="2965" y="2880"/>
                    <a:pt x="2796" y="2691"/>
                  </a:cubicBezTo>
                  <a:lnTo>
                    <a:pt x="438" y="0"/>
                  </a:lnTo>
                  <a:close/>
                </a:path>
              </a:pathLst>
            </a:custGeom>
            <a:solidFill>
              <a:srgbClr val="A5AFB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" name="Google Shape;14847;p74">
              <a:extLst>
                <a:ext uri="{FF2B5EF4-FFF2-40B4-BE49-F238E27FC236}">
                  <a16:creationId xmlns:a16="http://schemas.microsoft.com/office/drawing/2014/main" id="{F3648CCB-2713-7387-3F3C-EBDAF34E0EBB}"/>
                </a:ext>
              </a:extLst>
            </p:cNvPr>
            <p:cNvSpPr/>
            <p:nvPr/>
          </p:nvSpPr>
          <p:spPr>
            <a:xfrm>
              <a:off x="4179067" y="2811495"/>
              <a:ext cx="215408" cy="196282"/>
            </a:xfrm>
            <a:custGeom>
              <a:avLst/>
              <a:gdLst/>
              <a:ahLst/>
              <a:cxnLst/>
              <a:rect l="l" t="t" r="r" b="b"/>
              <a:pathLst>
                <a:path w="8199" h="7471" extrusionOk="0">
                  <a:moveTo>
                    <a:pt x="4097" y="0"/>
                  </a:moveTo>
                  <a:cubicBezTo>
                    <a:pt x="3141" y="0"/>
                    <a:pt x="2185" y="365"/>
                    <a:pt x="1457" y="1093"/>
                  </a:cubicBezTo>
                  <a:cubicBezTo>
                    <a:pt x="0" y="2549"/>
                    <a:pt x="0" y="4922"/>
                    <a:pt x="1457" y="6378"/>
                  </a:cubicBezTo>
                  <a:cubicBezTo>
                    <a:pt x="2185" y="7107"/>
                    <a:pt x="3141" y="7471"/>
                    <a:pt x="4097" y="7471"/>
                  </a:cubicBezTo>
                  <a:cubicBezTo>
                    <a:pt x="5053" y="7471"/>
                    <a:pt x="6010" y="7107"/>
                    <a:pt x="6742" y="6378"/>
                  </a:cubicBezTo>
                  <a:cubicBezTo>
                    <a:pt x="8199" y="4922"/>
                    <a:pt x="8199" y="2549"/>
                    <a:pt x="6742" y="1093"/>
                  </a:cubicBezTo>
                  <a:cubicBezTo>
                    <a:pt x="6010" y="365"/>
                    <a:pt x="5053" y="0"/>
                    <a:pt x="4097" y="0"/>
                  </a:cubicBezTo>
                  <a:close/>
                </a:path>
              </a:pathLst>
            </a:custGeom>
            <a:solidFill>
              <a:srgbClr val="E2E8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Google Shape;14848;p74">
              <a:extLst>
                <a:ext uri="{FF2B5EF4-FFF2-40B4-BE49-F238E27FC236}">
                  <a16:creationId xmlns:a16="http://schemas.microsoft.com/office/drawing/2014/main" id="{980DCA47-5359-E3A5-746C-36C226E4E1DC}"/>
                </a:ext>
              </a:extLst>
            </p:cNvPr>
            <p:cNvSpPr/>
            <p:nvPr/>
          </p:nvSpPr>
          <p:spPr>
            <a:xfrm>
              <a:off x="4204210" y="2834405"/>
              <a:ext cx="165123" cy="150463"/>
            </a:xfrm>
            <a:custGeom>
              <a:avLst/>
              <a:gdLst/>
              <a:ahLst/>
              <a:cxnLst/>
              <a:rect l="l" t="t" r="r" b="b"/>
              <a:pathLst>
                <a:path w="6285" h="5727" extrusionOk="0">
                  <a:moveTo>
                    <a:pt x="3143" y="1"/>
                  </a:moveTo>
                  <a:cubicBezTo>
                    <a:pt x="2409" y="1"/>
                    <a:pt x="1676" y="280"/>
                    <a:pt x="1117" y="838"/>
                  </a:cubicBezTo>
                  <a:cubicBezTo>
                    <a:pt x="0" y="1955"/>
                    <a:pt x="0" y="3772"/>
                    <a:pt x="1117" y="4889"/>
                  </a:cubicBezTo>
                  <a:cubicBezTo>
                    <a:pt x="1676" y="5447"/>
                    <a:pt x="2409" y="5726"/>
                    <a:pt x="3143" y="5726"/>
                  </a:cubicBezTo>
                  <a:cubicBezTo>
                    <a:pt x="3876" y="5726"/>
                    <a:pt x="4610" y="5447"/>
                    <a:pt x="5168" y="4889"/>
                  </a:cubicBezTo>
                  <a:cubicBezTo>
                    <a:pt x="6285" y="3772"/>
                    <a:pt x="6285" y="1955"/>
                    <a:pt x="5168" y="838"/>
                  </a:cubicBezTo>
                  <a:cubicBezTo>
                    <a:pt x="4610" y="280"/>
                    <a:pt x="3876" y="1"/>
                    <a:pt x="3143" y="1"/>
                  </a:cubicBezTo>
                  <a:close/>
                </a:path>
              </a:pathLst>
            </a:custGeom>
            <a:solidFill>
              <a:srgbClr val="CBD1D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Google Shape;14849;p74">
              <a:extLst>
                <a:ext uri="{FF2B5EF4-FFF2-40B4-BE49-F238E27FC236}">
                  <a16:creationId xmlns:a16="http://schemas.microsoft.com/office/drawing/2014/main" id="{10FC1C83-9720-23C1-A82D-24AE288C3D52}"/>
                </a:ext>
              </a:extLst>
            </p:cNvPr>
            <p:cNvSpPr/>
            <p:nvPr/>
          </p:nvSpPr>
          <p:spPr>
            <a:xfrm>
              <a:off x="4204210" y="2850037"/>
              <a:ext cx="142160" cy="133175"/>
            </a:xfrm>
            <a:custGeom>
              <a:avLst/>
              <a:gdLst/>
              <a:ahLst/>
              <a:cxnLst/>
              <a:rect l="l" t="t" r="r" b="b"/>
              <a:pathLst>
                <a:path w="5411" h="5069" extrusionOk="0">
                  <a:moveTo>
                    <a:pt x="1388" y="0"/>
                  </a:moveTo>
                  <a:lnTo>
                    <a:pt x="1388" y="0"/>
                  </a:lnTo>
                  <a:cubicBezTo>
                    <a:pt x="1291" y="77"/>
                    <a:pt x="1200" y="153"/>
                    <a:pt x="1117" y="243"/>
                  </a:cubicBezTo>
                  <a:cubicBezTo>
                    <a:pt x="0" y="1422"/>
                    <a:pt x="84" y="3288"/>
                    <a:pt x="1304" y="4356"/>
                  </a:cubicBezTo>
                  <a:cubicBezTo>
                    <a:pt x="1848" y="4835"/>
                    <a:pt x="2522" y="5068"/>
                    <a:pt x="3193" y="5068"/>
                  </a:cubicBezTo>
                  <a:cubicBezTo>
                    <a:pt x="4021" y="5068"/>
                    <a:pt x="4844" y="4713"/>
                    <a:pt x="5411" y="4023"/>
                  </a:cubicBezTo>
                  <a:lnTo>
                    <a:pt x="5411" y="4023"/>
                  </a:lnTo>
                  <a:cubicBezTo>
                    <a:pt x="4886" y="4437"/>
                    <a:pt x="4259" y="4640"/>
                    <a:pt x="3634" y="4640"/>
                  </a:cubicBezTo>
                  <a:cubicBezTo>
                    <a:pt x="2898" y="4640"/>
                    <a:pt x="2165" y="4357"/>
                    <a:pt x="1610" y="3801"/>
                  </a:cubicBezTo>
                  <a:cubicBezTo>
                    <a:pt x="576" y="2775"/>
                    <a:pt x="486" y="1138"/>
                    <a:pt x="1388" y="0"/>
                  </a:cubicBezTo>
                  <a:close/>
                </a:path>
              </a:pathLst>
            </a:custGeom>
            <a:solidFill>
              <a:srgbClr val="B3C3D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" name="Google Shape;14850;p74">
              <a:extLst>
                <a:ext uri="{FF2B5EF4-FFF2-40B4-BE49-F238E27FC236}">
                  <a16:creationId xmlns:a16="http://schemas.microsoft.com/office/drawing/2014/main" id="{73A4CDC0-2019-E267-7177-17322F060DB7}"/>
                </a:ext>
              </a:extLst>
            </p:cNvPr>
            <p:cNvSpPr/>
            <p:nvPr/>
          </p:nvSpPr>
          <p:spPr>
            <a:xfrm>
              <a:off x="4246666" y="2855186"/>
              <a:ext cx="81103" cy="22883"/>
            </a:xfrm>
            <a:custGeom>
              <a:avLst/>
              <a:gdLst/>
              <a:ahLst/>
              <a:cxnLst/>
              <a:rect l="l" t="t" r="r" b="b"/>
              <a:pathLst>
                <a:path w="3087" h="871" extrusionOk="0">
                  <a:moveTo>
                    <a:pt x="1524" y="0"/>
                  </a:moveTo>
                  <a:cubicBezTo>
                    <a:pt x="994" y="0"/>
                    <a:pt x="465" y="203"/>
                    <a:pt x="63" y="609"/>
                  </a:cubicBezTo>
                  <a:cubicBezTo>
                    <a:pt x="1" y="671"/>
                    <a:pt x="1" y="762"/>
                    <a:pt x="63" y="824"/>
                  </a:cubicBezTo>
                  <a:cubicBezTo>
                    <a:pt x="91" y="855"/>
                    <a:pt x="129" y="871"/>
                    <a:pt x="168" y="871"/>
                  </a:cubicBezTo>
                  <a:cubicBezTo>
                    <a:pt x="207" y="871"/>
                    <a:pt x="247" y="855"/>
                    <a:pt x="278" y="824"/>
                  </a:cubicBezTo>
                  <a:cubicBezTo>
                    <a:pt x="621" y="481"/>
                    <a:pt x="1072" y="309"/>
                    <a:pt x="1523" y="309"/>
                  </a:cubicBezTo>
                  <a:cubicBezTo>
                    <a:pt x="1974" y="309"/>
                    <a:pt x="2425" y="481"/>
                    <a:pt x="2768" y="824"/>
                  </a:cubicBezTo>
                  <a:cubicBezTo>
                    <a:pt x="2801" y="854"/>
                    <a:pt x="2838" y="867"/>
                    <a:pt x="2872" y="867"/>
                  </a:cubicBezTo>
                  <a:cubicBezTo>
                    <a:pt x="2989" y="867"/>
                    <a:pt x="3086" y="721"/>
                    <a:pt x="2990" y="609"/>
                  </a:cubicBezTo>
                  <a:cubicBezTo>
                    <a:pt x="2584" y="203"/>
                    <a:pt x="2054" y="0"/>
                    <a:pt x="1524" y="0"/>
                  </a:cubicBez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" name="Google Shape;14851;p74">
              <a:extLst>
                <a:ext uri="{FF2B5EF4-FFF2-40B4-BE49-F238E27FC236}">
                  <a16:creationId xmlns:a16="http://schemas.microsoft.com/office/drawing/2014/main" id="{0A7AB8B8-8FBB-61E0-5FF8-60302A5BF28E}"/>
                </a:ext>
              </a:extLst>
            </p:cNvPr>
            <p:cNvSpPr/>
            <p:nvPr/>
          </p:nvSpPr>
          <p:spPr>
            <a:xfrm>
              <a:off x="4363290" y="2987022"/>
              <a:ext cx="41589" cy="40722"/>
            </a:xfrm>
            <a:custGeom>
              <a:avLst/>
              <a:gdLst/>
              <a:ahLst/>
              <a:cxnLst/>
              <a:rect l="l" t="t" r="r" b="b"/>
              <a:pathLst>
                <a:path w="1583" h="1550" extrusionOk="0">
                  <a:moveTo>
                    <a:pt x="821" y="1"/>
                  </a:moveTo>
                  <a:cubicBezTo>
                    <a:pt x="749" y="1"/>
                    <a:pt x="679" y="28"/>
                    <a:pt x="625" y="86"/>
                  </a:cubicBezTo>
                  <a:lnTo>
                    <a:pt x="119" y="592"/>
                  </a:lnTo>
                  <a:cubicBezTo>
                    <a:pt x="8" y="696"/>
                    <a:pt x="1" y="863"/>
                    <a:pt x="105" y="980"/>
                  </a:cubicBezTo>
                  <a:lnTo>
                    <a:pt x="597" y="1549"/>
                  </a:lnTo>
                  <a:lnTo>
                    <a:pt x="1582" y="564"/>
                  </a:lnTo>
                  <a:lnTo>
                    <a:pt x="1013" y="72"/>
                  </a:lnTo>
                  <a:cubicBezTo>
                    <a:pt x="956" y="25"/>
                    <a:pt x="888" y="1"/>
                    <a:pt x="821" y="1"/>
                  </a:cubicBezTo>
                  <a:close/>
                </a:path>
              </a:pathLst>
            </a:custGeom>
            <a:solidFill>
              <a:srgbClr val="D3D8D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14852;p74">
              <a:extLst>
                <a:ext uri="{FF2B5EF4-FFF2-40B4-BE49-F238E27FC236}">
                  <a16:creationId xmlns:a16="http://schemas.microsoft.com/office/drawing/2014/main" id="{A4CF726F-9D9C-E0DE-46D8-5DE04E6FC22D}"/>
                </a:ext>
              </a:extLst>
            </p:cNvPr>
            <p:cNvSpPr/>
            <p:nvPr/>
          </p:nvSpPr>
          <p:spPr>
            <a:xfrm>
              <a:off x="4363474" y="2993826"/>
              <a:ext cx="29189" cy="33918"/>
            </a:xfrm>
            <a:custGeom>
              <a:avLst/>
              <a:gdLst/>
              <a:ahLst/>
              <a:cxnLst/>
              <a:rect l="l" t="t" r="r" b="b"/>
              <a:pathLst>
                <a:path w="1111" h="1291" extrusionOk="0">
                  <a:moveTo>
                    <a:pt x="438" y="0"/>
                  </a:moveTo>
                  <a:lnTo>
                    <a:pt x="112" y="326"/>
                  </a:lnTo>
                  <a:cubicBezTo>
                    <a:pt x="1" y="437"/>
                    <a:pt x="1" y="604"/>
                    <a:pt x="98" y="721"/>
                  </a:cubicBezTo>
                  <a:lnTo>
                    <a:pt x="590" y="1290"/>
                  </a:lnTo>
                  <a:lnTo>
                    <a:pt x="1110" y="770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C9D5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9" name="Google Shape;14853;p74">
            <a:extLst>
              <a:ext uri="{FF2B5EF4-FFF2-40B4-BE49-F238E27FC236}">
                <a16:creationId xmlns:a16="http://schemas.microsoft.com/office/drawing/2014/main" id="{E196595D-B84E-D16F-9F1C-634211A031CB}"/>
              </a:ext>
            </a:extLst>
          </p:cNvPr>
          <p:cNvGrpSpPr/>
          <p:nvPr/>
        </p:nvGrpSpPr>
        <p:grpSpPr>
          <a:xfrm>
            <a:off x="370549" y="3298390"/>
            <a:ext cx="1150744" cy="1160520"/>
            <a:chOff x="4686757" y="2754647"/>
            <a:chExt cx="371047" cy="374199"/>
          </a:xfrm>
        </p:grpSpPr>
        <p:sp>
          <p:nvSpPr>
            <p:cNvPr id="30" name="Google Shape;14854;p74">
              <a:extLst>
                <a:ext uri="{FF2B5EF4-FFF2-40B4-BE49-F238E27FC236}">
                  <a16:creationId xmlns:a16="http://schemas.microsoft.com/office/drawing/2014/main" id="{1CE12FD5-CD55-2CA3-43C8-296980B13EF4}"/>
                </a:ext>
              </a:extLst>
            </p:cNvPr>
            <p:cNvSpPr/>
            <p:nvPr/>
          </p:nvSpPr>
          <p:spPr>
            <a:xfrm>
              <a:off x="4697541" y="2754647"/>
              <a:ext cx="353207" cy="374199"/>
            </a:xfrm>
            <a:custGeom>
              <a:avLst/>
              <a:gdLst/>
              <a:ahLst/>
              <a:cxnLst/>
              <a:rect l="l" t="t" r="r" b="b"/>
              <a:pathLst>
                <a:path w="13444" h="14243" extrusionOk="0">
                  <a:moveTo>
                    <a:pt x="4822" y="3727"/>
                  </a:moveTo>
                  <a:lnTo>
                    <a:pt x="6361" y="4608"/>
                  </a:lnTo>
                  <a:lnTo>
                    <a:pt x="4822" y="5482"/>
                  </a:lnTo>
                  <a:lnTo>
                    <a:pt x="4822" y="3727"/>
                  </a:lnTo>
                  <a:close/>
                  <a:moveTo>
                    <a:pt x="8741" y="3727"/>
                  </a:moveTo>
                  <a:lnTo>
                    <a:pt x="8741" y="5482"/>
                  </a:lnTo>
                  <a:lnTo>
                    <a:pt x="7201" y="4608"/>
                  </a:lnTo>
                  <a:lnTo>
                    <a:pt x="8741" y="3727"/>
                  </a:lnTo>
                  <a:close/>
                  <a:moveTo>
                    <a:pt x="2685" y="2797"/>
                  </a:moveTo>
                  <a:cubicBezTo>
                    <a:pt x="3448" y="2797"/>
                    <a:pt x="3844" y="3207"/>
                    <a:pt x="4405" y="3484"/>
                  </a:cubicBezTo>
                  <a:lnTo>
                    <a:pt x="4405" y="5725"/>
                  </a:lnTo>
                  <a:lnTo>
                    <a:pt x="2422" y="6862"/>
                  </a:lnTo>
                  <a:lnTo>
                    <a:pt x="1707" y="6453"/>
                  </a:lnTo>
                  <a:cubicBezTo>
                    <a:pt x="937" y="6016"/>
                    <a:pt x="563" y="5107"/>
                    <a:pt x="792" y="4247"/>
                  </a:cubicBezTo>
                  <a:cubicBezTo>
                    <a:pt x="1021" y="3394"/>
                    <a:pt x="1797" y="2797"/>
                    <a:pt x="2685" y="2797"/>
                  </a:cubicBezTo>
                  <a:close/>
                  <a:moveTo>
                    <a:pt x="10870" y="2797"/>
                  </a:moveTo>
                  <a:cubicBezTo>
                    <a:pt x="11758" y="2797"/>
                    <a:pt x="12535" y="3394"/>
                    <a:pt x="12764" y="4247"/>
                  </a:cubicBezTo>
                  <a:cubicBezTo>
                    <a:pt x="12992" y="5107"/>
                    <a:pt x="12618" y="6009"/>
                    <a:pt x="11848" y="6453"/>
                  </a:cubicBezTo>
                  <a:lnTo>
                    <a:pt x="11140" y="6862"/>
                  </a:lnTo>
                  <a:lnTo>
                    <a:pt x="9150" y="5725"/>
                  </a:lnTo>
                  <a:lnTo>
                    <a:pt x="9150" y="3484"/>
                  </a:lnTo>
                  <a:cubicBezTo>
                    <a:pt x="9725" y="3200"/>
                    <a:pt x="10114" y="2797"/>
                    <a:pt x="10870" y="2797"/>
                  </a:cubicBezTo>
                  <a:close/>
                  <a:moveTo>
                    <a:pt x="4398" y="6203"/>
                  </a:moveTo>
                  <a:lnTo>
                    <a:pt x="4398" y="7993"/>
                  </a:lnTo>
                  <a:lnTo>
                    <a:pt x="2838" y="7098"/>
                  </a:lnTo>
                  <a:lnTo>
                    <a:pt x="4398" y="6203"/>
                  </a:lnTo>
                  <a:close/>
                  <a:moveTo>
                    <a:pt x="9150" y="6203"/>
                  </a:moveTo>
                  <a:lnTo>
                    <a:pt x="10710" y="7098"/>
                  </a:lnTo>
                  <a:lnTo>
                    <a:pt x="9150" y="7993"/>
                  </a:lnTo>
                  <a:lnTo>
                    <a:pt x="9150" y="6203"/>
                  </a:lnTo>
                  <a:close/>
                  <a:moveTo>
                    <a:pt x="6778" y="4844"/>
                  </a:moveTo>
                  <a:lnTo>
                    <a:pt x="8741" y="5967"/>
                  </a:lnTo>
                  <a:lnTo>
                    <a:pt x="8741" y="8235"/>
                  </a:lnTo>
                  <a:lnTo>
                    <a:pt x="6778" y="9352"/>
                  </a:lnTo>
                  <a:lnTo>
                    <a:pt x="4822" y="8235"/>
                  </a:lnTo>
                  <a:lnTo>
                    <a:pt x="4822" y="5967"/>
                  </a:lnTo>
                  <a:lnTo>
                    <a:pt x="6778" y="4844"/>
                  </a:lnTo>
                  <a:close/>
                  <a:moveTo>
                    <a:pt x="4822" y="8721"/>
                  </a:moveTo>
                  <a:lnTo>
                    <a:pt x="6354" y="9595"/>
                  </a:lnTo>
                  <a:lnTo>
                    <a:pt x="4822" y="10476"/>
                  </a:lnTo>
                  <a:lnTo>
                    <a:pt x="4822" y="8721"/>
                  </a:lnTo>
                  <a:close/>
                  <a:moveTo>
                    <a:pt x="8734" y="8714"/>
                  </a:moveTo>
                  <a:lnTo>
                    <a:pt x="8734" y="10476"/>
                  </a:lnTo>
                  <a:lnTo>
                    <a:pt x="7201" y="9595"/>
                  </a:lnTo>
                  <a:lnTo>
                    <a:pt x="8734" y="8714"/>
                  </a:lnTo>
                  <a:close/>
                  <a:moveTo>
                    <a:pt x="11140" y="7341"/>
                  </a:moveTo>
                  <a:lnTo>
                    <a:pt x="11855" y="7743"/>
                  </a:lnTo>
                  <a:cubicBezTo>
                    <a:pt x="12306" y="8007"/>
                    <a:pt x="12632" y="8430"/>
                    <a:pt x="12764" y="8929"/>
                  </a:cubicBezTo>
                  <a:cubicBezTo>
                    <a:pt x="13125" y="10254"/>
                    <a:pt x="12073" y="11406"/>
                    <a:pt x="10873" y="11406"/>
                  </a:cubicBezTo>
                  <a:cubicBezTo>
                    <a:pt x="10553" y="11406"/>
                    <a:pt x="10223" y="11324"/>
                    <a:pt x="9906" y="11142"/>
                  </a:cubicBezTo>
                  <a:lnTo>
                    <a:pt x="9157" y="10712"/>
                  </a:lnTo>
                  <a:lnTo>
                    <a:pt x="9157" y="8478"/>
                  </a:lnTo>
                  <a:lnTo>
                    <a:pt x="11140" y="7341"/>
                  </a:lnTo>
                  <a:close/>
                  <a:moveTo>
                    <a:pt x="6778" y="9838"/>
                  </a:moveTo>
                  <a:lnTo>
                    <a:pt x="8741" y="10954"/>
                  </a:lnTo>
                  <a:lnTo>
                    <a:pt x="8741" y="11821"/>
                  </a:lnTo>
                  <a:cubicBezTo>
                    <a:pt x="8734" y="12903"/>
                    <a:pt x="7860" y="13777"/>
                    <a:pt x="6778" y="13777"/>
                  </a:cubicBezTo>
                  <a:cubicBezTo>
                    <a:pt x="5702" y="13777"/>
                    <a:pt x="4822" y="12903"/>
                    <a:pt x="4822" y="11821"/>
                  </a:cubicBezTo>
                  <a:lnTo>
                    <a:pt x="4822" y="10954"/>
                  </a:lnTo>
                  <a:lnTo>
                    <a:pt x="6778" y="9838"/>
                  </a:lnTo>
                  <a:close/>
                  <a:moveTo>
                    <a:pt x="6767" y="0"/>
                  </a:moveTo>
                  <a:cubicBezTo>
                    <a:pt x="6533" y="0"/>
                    <a:pt x="6296" y="35"/>
                    <a:pt x="6063" y="106"/>
                  </a:cubicBezTo>
                  <a:cubicBezTo>
                    <a:pt x="5071" y="418"/>
                    <a:pt x="4398" y="1334"/>
                    <a:pt x="4398" y="2374"/>
                  </a:cubicBezTo>
                  <a:lnTo>
                    <a:pt x="4398" y="3006"/>
                  </a:lnTo>
                  <a:lnTo>
                    <a:pt x="3851" y="2693"/>
                  </a:lnTo>
                  <a:cubicBezTo>
                    <a:pt x="3488" y="2491"/>
                    <a:pt x="3094" y="2395"/>
                    <a:pt x="2706" y="2395"/>
                  </a:cubicBezTo>
                  <a:cubicBezTo>
                    <a:pt x="1881" y="2395"/>
                    <a:pt x="1080" y="2827"/>
                    <a:pt x="646" y="3595"/>
                  </a:cubicBezTo>
                  <a:cubicBezTo>
                    <a:pt x="1" y="4719"/>
                    <a:pt x="375" y="6155"/>
                    <a:pt x="1492" y="6814"/>
                  </a:cubicBezTo>
                  <a:lnTo>
                    <a:pt x="1992" y="7098"/>
                  </a:lnTo>
                  <a:lnTo>
                    <a:pt x="1499" y="7389"/>
                  </a:lnTo>
                  <a:cubicBezTo>
                    <a:pt x="597" y="7902"/>
                    <a:pt x="140" y="8943"/>
                    <a:pt x="369" y="9956"/>
                  </a:cubicBezTo>
                  <a:cubicBezTo>
                    <a:pt x="591" y="10968"/>
                    <a:pt x="1444" y="11717"/>
                    <a:pt x="2477" y="11808"/>
                  </a:cubicBezTo>
                  <a:lnTo>
                    <a:pt x="2491" y="11808"/>
                  </a:lnTo>
                  <a:cubicBezTo>
                    <a:pt x="2495" y="11808"/>
                    <a:pt x="2500" y="11808"/>
                    <a:pt x="2504" y="11808"/>
                  </a:cubicBezTo>
                  <a:cubicBezTo>
                    <a:pt x="2769" y="11808"/>
                    <a:pt x="2785" y="11398"/>
                    <a:pt x="2512" y="11391"/>
                  </a:cubicBezTo>
                  <a:cubicBezTo>
                    <a:pt x="1659" y="11315"/>
                    <a:pt x="958" y="10698"/>
                    <a:pt x="778" y="9865"/>
                  </a:cubicBezTo>
                  <a:cubicBezTo>
                    <a:pt x="591" y="9033"/>
                    <a:pt x="965" y="8173"/>
                    <a:pt x="1707" y="7750"/>
                  </a:cubicBezTo>
                  <a:lnTo>
                    <a:pt x="2415" y="7341"/>
                  </a:lnTo>
                  <a:lnTo>
                    <a:pt x="4405" y="8478"/>
                  </a:lnTo>
                  <a:lnTo>
                    <a:pt x="4405" y="10712"/>
                  </a:lnTo>
                  <a:cubicBezTo>
                    <a:pt x="3740" y="11079"/>
                    <a:pt x="3587" y="11211"/>
                    <a:pt x="3261" y="11315"/>
                  </a:cubicBezTo>
                  <a:cubicBezTo>
                    <a:pt x="3014" y="11391"/>
                    <a:pt x="3097" y="11727"/>
                    <a:pt x="3319" y="11727"/>
                  </a:cubicBezTo>
                  <a:cubicBezTo>
                    <a:pt x="3340" y="11727"/>
                    <a:pt x="3362" y="11724"/>
                    <a:pt x="3386" y="11717"/>
                  </a:cubicBezTo>
                  <a:cubicBezTo>
                    <a:pt x="3760" y="11599"/>
                    <a:pt x="3948" y="11447"/>
                    <a:pt x="4405" y="11197"/>
                  </a:cubicBezTo>
                  <a:lnTo>
                    <a:pt x="4405" y="11821"/>
                  </a:lnTo>
                  <a:cubicBezTo>
                    <a:pt x="4378" y="13153"/>
                    <a:pt x="5446" y="14242"/>
                    <a:pt x="6778" y="14242"/>
                  </a:cubicBezTo>
                  <a:cubicBezTo>
                    <a:pt x="8109" y="14242"/>
                    <a:pt x="9178" y="13153"/>
                    <a:pt x="9157" y="11821"/>
                  </a:cubicBezTo>
                  <a:lnTo>
                    <a:pt x="9157" y="11197"/>
                  </a:lnTo>
                  <a:cubicBezTo>
                    <a:pt x="9517" y="11371"/>
                    <a:pt x="10003" y="11821"/>
                    <a:pt x="10877" y="11821"/>
                  </a:cubicBezTo>
                  <a:cubicBezTo>
                    <a:pt x="11952" y="11821"/>
                    <a:pt x="12888" y="11093"/>
                    <a:pt x="13166" y="10053"/>
                  </a:cubicBezTo>
                  <a:cubicBezTo>
                    <a:pt x="13443" y="9019"/>
                    <a:pt x="12985" y="7923"/>
                    <a:pt x="12056" y="7389"/>
                  </a:cubicBezTo>
                  <a:lnTo>
                    <a:pt x="11564" y="7105"/>
                  </a:lnTo>
                  <a:lnTo>
                    <a:pt x="12056" y="6820"/>
                  </a:lnTo>
                  <a:cubicBezTo>
                    <a:pt x="12791" y="6390"/>
                    <a:pt x="13249" y="5600"/>
                    <a:pt x="13249" y="4747"/>
                  </a:cubicBezTo>
                  <a:cubicBezTo>
                    <a:pt x="13249" y="3375"/>
                    <a:pt x="12106" y="2377"/>
                    <a:pt x="10863" y="2377"/>
                  </a:cubicBezTo>
                  <a:cubicBezTo>
                    <a:pt x="10471" y="2377"/>
                    <a:pt x="10070" y="2476"/>
                    <a:pt x="9691" y="2693"/>
                  </a:cubicBezTo>
                  <a:lnTo>
                    <a:pt x="9150" y="3006"/>
                  </a:lnTo>
                  <a:cubicBezTo>
                    <a:pt x="9136" y="2485"/>
                    <a:pt x="9178" y="2250"/>
                    <a:pt x="9087" y="1861"/>
                  </a:cubicBezTo>
                  <a:cubicBezTo>
                    <a:pt x="9064" y="1748"/>
                    <a:pt x="8979" y="1698"/>
                    <a:pt x="8892" y="1698"/>
                  </a:cubicBezTo>
                  <a:cubicBezTo>
                    <a:pt x="8771" y="1698"/>
                    <a:pt x="8646" y="1794"/>
                    <a:pt x="8678" y="1951"/>
                  </a:cubicBezTo>
                  <a:cubicBezTo>
                    <a:pt x="8754" y="2284"/>
                    <a:pt x="8720" y="2471"/>
                    <a:pt x="8727" y="3241"/>
                  </a:cubicBezTo>
                  <a:lnTo>
                    <a:pt x="6771" y="4365"/>
                  </a:lnTo>
                  <a:lnTo>
                    <a:pt x="4815" y="3241"/>
                  </a:lnTo>
                  <a:lnTo>
                    <a:pt x="4815" y="2374"/>
                  </a:lnTo>
                  <a:cubicBezTo>
                    <a:pt x="4815" y="1521"/>
                    <a:pt x="5370" y="765"/>
                    <a:pt x="6188" y="509"/>
                  </a:cubicBezTo>
                  <a:cubicBezTo>
                    <a:pt x="6381" y="448"/>
                    <a:pt x="6578" y="419"/>
                    <a:pt x="6773" y="419"/>
                  </a:cubicBezTo>
                  <a:cubicBezTo>
                    <a:pt x="7401" y="419"/>
                    <a:pt x="8004" y="724"/>
                    <a:pt x="8380" y="1265"/>
                  </a:cubicBezTo>
                  <a:cubicBezTo>
                    <a:pt x="8426" y="1330"/>
                    <a:pt x="8487" y="1358"/>
                    <a:pt x="8547" y="1358"/>
                  </a:cubicBezTo>
                  <a:cubicBezTo>
                    <a:pt x="8697" y="1358"/>
                    <a:pt x="8840" y="1190"/>
                    <a:pt x="8727" y="1022"/>
                  </a:cubicBezTo>
                  <a:cubicBezTo>
                    <a:pt x="8270" y="369"/>
                    <a:pt x="7533" y="0"/>
                    <a:pt x="676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" name="Google Shape;14855;p74">
              <a:extLst>
                <a:ext uri="{FF2B5EF4-FFF2-40B4-BE49-F238E27FC236}">
                  <a16:creationId xmlns:a16="http://schemas.microsoft.com/office/drawing/2014/main" id="{A7D4FC8C-1688-9A2D-EF51-DAC339C709BE}"/>
                </a:ext>
              </a:extLst>
            </p:cNvPr>
            <p:cNvSpPr/>
            <p:nvPr/>
          </p:nvSpPr>
          <p:spPr>
            <a:xfrm>
              <a:off x="4843656" y="2919134"/>
              <a:ext cx="62161" cy="59244"/>
            </a:xfrm>
            <a:custGeom>
              <a:avLst/>
              <a:gdLst/>
              <a:ahLst/>
              <a:cxnLst/>
              <a:rect l="l" t="t" r="r" b="b"/>
              <a:pathLst>
                <a:path w="2366" h="2255" extrusionOk="0">
                  <a:moveTo>
                    <a:pt x="1191" y="0"/>
                  </a:moveTo>
                  <a:cubicBezTo>
                    <a:pt x="667" y="0"/>
                    <a:pt x="146" y="346"/>
                    <a:pt x="70" y="991"/>
                  </a:cubicBezTo>
                  <a:cubicBezTo>
                    <a:pt x="0" y="1504"/>
                    <a:pt x="306" y="2004"/>
                    <a:pt x="791" y="2184"/>
                  </a:cubicBezTo>
                  <a:cubicBezTo>
                    <a:pt x="920" y="2232"/>
                    <a:pt x="1053" y="2255"/>
                    <a:pt x="1185" y="2255"/>
                  </a:cubicBezTo>
                  <a:cubicBezTo>
                    <a:pt x="1552" y="2255"/>
                    <a:pt x="1909" y="2077"/>
                    <a:pt x="2123" y="1761"/>
                  </a:cubicBezTo>
                  <a:cubicBezTo>
                    <a:pt x="2324" y="1456"/>
                    <a:pt x="2366" y="1081"/>
                    <a:pt x="2248" y="741"/>
                  </a:cubicBezTo>
                  <a:cubicBezTo>
                    <a:pt x="2062" y="238"/>
                    <a:pt x="1626" y="0"/>
                    <a:pt x="119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" name="Google Shape;14856;p74">
              <a:extLst>
                <a:ext uri="{FF2B5EF4-FFF2-40B4-BE49-F238E27FC236}">
                  <a16:creationId xmlns:a16="http://schemas.microsoft.com/office/drawing/2014/main" id="{C56D16D4-60CF-44CE-0814-459EB3C27E21}"/>
                </a:ext>
              </a:extLst>
            </p:cNvPr>
            <p:cNvSpPr/>
            <p:nvPr/>
          </p:nvSpPr>
          <p:spPr>
            <a:xfrm>
              <a:off x="4686757" y="2827311"/>
              <a:ext cx="62660" cy="48473"/>
            </a:xfrm>
            <a:custGeom>
              <a:avLst/>
              <a:gdLst/>
              <a:ahLst/>
              <a:cxnLst/>
              <a:rect l="l" t="t" r="r" b="b"/>
              <a:pathLst>
                <a:path w="2385" h="1845" extrusionOk="0">
                  <a:moveTo>
                    <a:pt x="1207" y="1"/>
                  </a:moveTo>
                  <a:cubicBezTo>
                    <a:pt x="1147" y="1"/>
                    <a:pt x="1084" y="7"/>
                    <a:pt x="1020" y="19"/>
                  </a:cubicBezTo>
                  <a:cubicBezTo>
                    <a:pt x="215" y="172"/>
                    <a:pt x="0" y="1226"/>
                    <a:pt x="680" y="1691"/>
                  </a:cubicBezTo>
                  <a:cubicBezTo>
                    <a:pt x="770" y="1746"/>
                    <a:pt x="867" y="1795"/>
                    <a:pt x="978" y="1816"/>
                  </a:cubicBezTo>
                  <a:cubicBezTo>
                    <a:pt x="1054" y="1835"/>
                    <a:pt x="1130" y="1845"/>
                    <a:pt x="1205" y="1845"/>
                  </a:cubicBezTo>
                  <a:cubicBezTo>
                    <a:pt x="1503" y="1845"/>
                    <a:pt x="1786" y="1696"/>
                    <a:pt x="1963" y="1441"/>
                  </a:cubicBezTo>
                  <a:cubicBezTo>
                    <a:pt x="2385" y="809"/>
                    <a:pt x="1913" y="1"/>
                    <a:pt x="1207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" name="Google Shape;14857;p74">
              <a:extLst>
                <a:ext uri="{FF2B5EF4-FFF2-40B4-BE49-F238E27FC236}">
                  <a16:creationId xmlns:a16="http://schemas.microsoft.com/office/drawing/2014/main" id="{55EBCBB1-8705-A291-282B-C5E823A6AF37}"/>
                </a:ext>
              </a:extLst>
            </p:cNvPr>
            <p:cNvSpPr/>
            <p:nvPr/>
          </p:nvSpPr>
          <p:spPr>
            <a:xfrm>
              <a:off x="5005600" y="3019416"/>
              <a:ext cx="52020" cy="48604"/>
            </a:xfrm>
            <a:custGeom>
              <a:avLst/>
              <a:gdLst/>
              <a:ahLst/>
              <a:cxnLst/>
              <a:rect l="l" t="t" r="r" b="b"/>
              <a:pathLst>
                <a:path w="1980" h="1850" extrusionOk="0">
                  <a:moveTo>
                    <a:pt x="1025" y="1"/>
                  </a:moveTo>
                  <a:cubicBezTo>
                    <a:pt x="613" y="1"/>
                    <a:pt x="203" y="258"/>
                    <a:pt x="114" y="760"/>
                  </a:cubicBezTo>
                  <a:cubicBezTo>
                    <a:pt x="0" y="1404"/>
                    <a:pt x="513" y="1850"/>
                    <a:pt x="1039" y="1850"/>
                  </a:cubicBezTo>
                  <a:cubicBezTo>
                    <a:pt x="1317" y="1850"/>
                    <a:pt x="1598" y="1725"/>
                    <a:pt x="1792" y="1440"/>
                  </a:cubicBezTo>
                  <a:cubicBezTo>
                    <a:pt x="1938" y="1225"/>
                    <a:pt x="1980" y="954"/>
                    <a:pt x="1924" y="705"/>
                  </a:cubicBezTo>
                  <a:cubicBezTo>
                    <a:pt x="1806" y="232"/>
                    <a:pt x="1415" y="1"/>
                    <a:pt x="1025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" name="Google Shape;14858;p74">
              <a:extLst>
                <a:ext uri="{FF2B5EF4-FFF2-40B4-BE49-F238E27FC236}">
                  <a16:creationId xmlns:a16="http://schemas.microsoft.com/office/drawing/2014/main" id="{65D13704-55F0-A2FF-ECE3-CF4F3740BFE0}"/>
                </a:ext>
              </a:extLst>
            </p:cNvPr>
            <p:cNvSpPr/>
            <p:nvPr/>
          </p:nvSpPr>
          <p:spPr>
            <a:xfrm>
              <a:off x="4857476" y="2936946"/>
              <a:ext cx="48341" cy="41484"/>
            </a:xfrm>
            <a:custGeom>
              <a:avLst/>
              <a:gdLst/>
              <a:ahLst/>
              <a:cxnLst/>
              <a:rect l="l" t="t" r="r" b="b"/>
              <a:pathLst>
                <a:path w="1840" h="1579" extrusionOk="0">
                  <a:moveTo>
                    <a:pt x="1332" y="1"/>
                  </a:moveTo>
                  <a:cubicBezTo>
                    <a:pt x="592" y="1"/>
                    <a:pt x="1" y="749"/>
                    <a:pt x="279" y="1513"/>
                  </a:cubicBezTo>
                  <a:cubicBezTo>
                    <a:pt x="403" y="1557"/>
                    <a:pt x="531" y="1579"/>
                    <a:pt x="657" y="1579"/>
                  </a:cubicBezTo>
                  <a:cubicBezTo>
                    <a:pt x="1025" y="1579"/>
                    <a:pt x="1380" y="1398"/>
                    <a:pt x="1597" y="1083"/>
                  </a:cubicBezTo>
                  <a:cubicBezTo>
                    <a:pt x="1791" y="785"/>
                    <a:pt x="1840" y="410"/>
                    <a:pt x="1722" y="70"/>
                  </a:cubicBezTo>
                  <a:cubicBezTo>
                    <a:pt x="1590" y="23"/>
                    <a:pt x="1459" y="1"/>
                    <a:pt x="1332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" name="Google Shape;14859;p74">
              <a:extLst>
                <a:ext uri="{FF2B5EF4-FFF2-40B4-BE49-F238E27FC236}">
                  <a16:creationId xmlns:a16="http://schemas.microsoft.com/office/drawing/2014/main" id="{0FD63E9A-2D56-502B-15E8-3CA0C662B4E7}"/>
                </a:ext>
              </a:extLst>
            </p:cNvPr>
            <p:cNvSpPr/>
            <p:nvPr/>
          </p:nvSpPr>
          <p:spPr>
            <a:xfrm>
              <a:off x="4708563" y="2844940"/>
              <a:ext cx="34890" cy="30844"/>
            </a:xfrm>
            <a:custGeom>
              <a:avLst/>
              <a:gdLst/>
              <a:ahLst/>
              <a:cxnLst/>
              <a:rect l="l" t="t" r="r" b="b"/>
              <a:pathLst>
                <a:path w="1328" h="1174" extrusionOk="0">
                  <a:moveTo>
                    <a:pt x="1040" y="0"/>
                  </a:moveTo>
                  <a:cubicBezTo>
                    <a:pt x="464" y="0"/>
                    <a:pt x="1" y="548"/>
                    <a:pt x="148" y="1145"/>
                  </a:cubicBezTo>
                  <a:cubicBezTo>
                    <a:pt x="224" y="1164"/>
                    <a:pt x="300" y="1174"/>
                    <a:pt x="375" y="1174"/>
                  </a:cubicBezTo>
                  <a:cubicBezTo>
                    <a:pt x="673" y="1174"/>
                    <a:pt x="956" y="1025"/>
                    <a:pt x="1133" y="770"/>
                  </a:cubicBezTo>
                  <a:cubicBezTo>
                    <a:pt x="1279" y="548"/>
                    <a:pt x="1328" y="285"/>
                    <a:pt x="1265" y="28"/>
                  </a:cubicBezTo>
                  <a:cubicBezTo>
                    <a:pt x="1189" y="9"/>
                    <a:pt x="1114" y="0"/>
                    <a:pt x="1040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" name="Google Shape;14860;p74">
              <a:extLst>
                <a:ext uri="{FF2B5EF4-FFF2-40B4-BE49-F238E27FC236}">
                  <a16:creationId xmlns:a16="http://schemas.microsoft.com/office/drawing/2014/main" id="{62174025-333C-8574-102D-039A3D5B6403}"/>
                </a:ext>
              </a:extLst>
            </p:cNvPr>
            <p:cNvSpPr/>
            <p:nvPr/>
          </p:nvSpPr>
          <p:spPr>
            <a:xfrm>
              <a:off x="5022914" y="3037176"/>
              <a:ext cx="34890" cy="30765"/>
            </a:xfrm>
            <a:custGeom>
              <a:avLst/>
              <a:gdLst/>
              <a:ahLst/>
              <a:cxnLst/>
              <a:rect l="l" t="t" r="r" b="b"/>
              <a:pathLst>
                <a:path w="1328" h="1171" extrusionOk="0">
                  <a:moveTo>
                    <a:pt x="1040" y="1"/>
                  </a:moveTo>
                  <a:cubicBezTo>
                    <a:pt x="464" y="1"/>
                    <a:pt x="1" y="549"/>
                    <a:pt x="148" y="1145"/>
                  </a:cubicBezTo>
                  <a:cubicBezTo>
                    <a:pt x="220" y="1163"/>
                    <a:pt x="293" y="1171"/>
                    <a:pt x="364" y="1171"/>
                  </a:cubicBezTo>
                  <a:cubicBezTo>
                    <a:pt x="668" y="1171"/>
                    <a:pt x="959" y="1022"/>
                    <a:pt x="1133" y="764"/>
                  </a:cubicBezTo>
                  <a:cubicBezTo>
                    <a:pt x="1279" y="549"/>
                    <a:pt x="1328" y="278"/>
                    <a:pt x="1265" y="29"/>
                  </a:cubicBezTo>
                  <a:cubicBezTo>
                    <a:pt x="1189" y="10"/>
                    <a:pt x="1114" y="1"/>
                    <a:pt x="104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8" name="Google Shape;14742;p74">
            <a:extLst>
              <a:ext uri="{FF2B5EF4-FFF2-40B4-BE49-F238E27FC236}">
                <a16:creationId xmlns:a16="http://schemas.microsoft.com/office/drawing/2014/main" id="{675D1453-DA8E-2DCB-7F6B-D0C1511A0D3A}"/>
              </a:ext>
            </a:extLst>
          </p:cNvPr>
          <p:cNvGrpSpPr/>
          <p:nvPr/>
        </p:nvGrpSpPr>
        <p:grpSpPr>
          <a:xfrm>
            <a:off x="436831" y="1362433"/>
            <a:ext cx="1120186" cy="1114483"/>
            <a:chOff x="4147908" y="2303017"/>
            <a:chExt cx="361194" cy="359355"/>
          </a:xfrm>
        </p:grpSpPr>
        <p:sp>
          <p:nvSpPr>
            <p:cNvPr id="39" name="Google Shape;14743;p74">
              <a:extLst>
                <a:ext uri="{FF2B5EF4-FFF2-40B4-BE49-F238E27FC236}">
                  <a16:creationId xmlns:a16="http://schemas.microsoft.com/office/drawing/2014/main" id="{A043C487-3DE5-D27B-11F0-5B97F22082FD}"/>
                </a:ext>
              </a:extLst>
            </p:cNvPr>
            <p:cNvSpPr/>
            <p:nvPr/>
          </p:nvSpPr>
          <p:spPr>
            <a:xfrm>
              <a:off x="4147908" y="2365861"/>
              <a:ext cx="296511" cy="296511"/>
            </a:xfrm>
            <a:custGeom>
              <a:avLst/>
              <a:gdLst/>
              <a:ahLst/>
              <a:cxnLst/>
              <a:rect l="l" t="t" r="r" b="b"/>
              <a:pathLst>
                <a:path w="11286" h="11286" extrusionOk="0">
                  <a:moveTo>
                    <a:pt x="5639" y="0"/>
                  </a:moveTo>
                  <a:cubicBezTo>
                    <a:pt x="2525" y="0"/>
                    <a:pt x="0" y="2525"/>
                    <a:pt x="0" y="5646"/>
                  </a:cubicBezTo>
                  <a:cubicBezTo>
                    <a:pt x="0" y="8760"/>
                    <a:pt x="2525" y="11285"/>
                    <a:pt x="5639" y="11285"/>
                  </a:cubicBezTo>
                  <a:cubicBezTo>
                    <a:pt x="8761" y="11285"/>
                    <a:pt x="11285" y="8760"/>
                    <a:pt x="11285" y="5646"/>
                  </a:cubicBezTo>
                  <a:cubicBezTo>
                    <a:pt x="11285" y="2525"/>
                    <a:pt x="8761" y="0"/>
                    <a:pt x="5639" y="0"/>
                  </a:cubicBezTo>
                  <a:close/>
                </a:path>
              </a:pathLst>
            </a:custGeom>
            <a:solidFill>
              <a:srgbClr val="8190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" name="Google Shape;14744;p74">
              <a:extLst>
                <a:ext uri="{FF2B5EF4-FFF2-40B4-BE49-F238E27FC236}">
                  <a16:creationId xmlns:a16="http://schemas.microsoft.com/office/drawing/2014/main" id="{8D17948E-607C-E5CB-D357-F300D08362B8}"/>
                </a:ext>
              </a:extLst>
            </p:cNvPr>
            <p:cNvSpPr/>
            <p:nvPr/>
          </p:nvSpPr>
          <p:spPr>
            <a:xfrm>
              <a:off x="4296059" y="2508179"/>
              <a:ext cx="148361" cy="11875"/>
            </a:xfrm>
            <a:custGeom>
              <a:avLst/>
              <a:gdLst/>
              <a:ahLst/>
              <a:cxnLst/>
              <a:rect l="l" t="t" r="r" b="b"/>
              <a:pathLst>
                <a:path w="5647" h="452" extrusionOk="0">
                  <a:moveTo>
                    <a:pt x="0" y="0"/>
                  </a:moveTo>
                  <a:lnTo>
                    <a:pt x="0" y="451"/>
                  </a:lnTo>
                  <a:lnTo>
                    <a:pt x="5639" y="451"/>
                  </a:lnTo>
                  <a:cubicBezTo>
                    <a:pt x="5639" y="375"/>
                    <a:pt x="5646" y="305"/>
                    <a:pt x="5646" y="229"/>
                  </a:cubicBezTo>
                  <a:cubicBezTo>
                    <a:pt x="5646" y="153"/>
                    <a:pt x="5646" y="76"/>
                    <a:pt x="5639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" name="Google Shape;14745;p74">
              <a:extLst>
                <a:ext uri="{FF2B5EF4-FFF2-40B4-BE49-F238E27FC236}">
                  <a16:creationId xmlns:a16="http://schemas.microsoft.com/office/drawing/2014/main" id="{8DD076BB-1869-19E0-2206-5B54C5888EA4}"/>
                </a:ext>
              </a:extLst>
            </p:cNvPr>
            <p:cNvSpPr/>
            <p:nvPr/>
          </p:nvSpPr>
          <p:spPr>
            <a:xfrm>
              <a:off x="4420695" y="2303017"/>
              <a:ext cx="88407" cy="86542"/>
            </a:xfrm>
            <a:custGeom>
              <a:avLst/>
              <a:gdLst/>
              <a:ahLst/>
              <a:cxnLst/>
              <a:rect l="l" t="t" r="r" b="b"/>
              <a:pathLst>
                <a:path w="3365" h="3294" extrusionOk="0">
                  <a:moveTo>
                    <a:pt x="2029" y="0"/>
                  </a:moveTo>
                  <a:cubicBezTo>
                    <a:pt x="1974" y="0"/>
                    <a:pt x="1918" y="21"/>
                    <a:pt x="1873" y="68"/>
                  </a:cubicBezTo>
                  <a:lnTo>
                    <a:pt x="202" y="1740"/>
                  </a:lnTo>
                  <a:cubicBezTo>
                    <a:pt x="70" y="1865"/>
                    <a:pt x="1" y="2038"/>
                    <a:pt x="1" y="2219"/>
                  </a:cubicBezTo>
                  <a:lnTo>
                    <a:pt x="1" y="3294"/>
                  </a:lnTo>
                  <a:lnTo>
                    <a:pt x="1069" y="3294"/>
                  </a:lnTo>
                  <a:cubicBezTo>
                    <a:pt x="1249" y="3294"/>
                    <a:pt x="1423" y="3224"/>
                    <a:pt x="1547" y="3099"/>
                  </a:cubicBezTo>
                  <a:lnTo>
                    <a:pt x="3226" y="1421"/>
                  </a:lnTo>
                  <a:cubicBezTo>
                    <a:pt x="3365" y="1282"/>
                    <a:pt x="3268" y="1039"/>
                    <a:pt x="3066" y="1039"/>
                  </a:cubicBezTo>
                  <a:lnTo>
                    <a:pt x="2255" y="1039"/>
                  </a:lnTo>
                  <a:lnTo>
                    <a:pt x="2255" y="228"/>
                  </a:lnTo>
                  <a:cubicBezTo>
                    <a:pt x="2255" y="92"/>
                    <a:pt x="2144" y="0"/>
                    <a:pt x="2029" y="0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" name="Google Shape;14746;p74">
              <a:extLst>
                <a:ext uri="{FF2B5EF4-FFF2-40B4-BE49-F238E27FC236}">
                  <a16:creationId xmlns:a16="http://schemas.microsoft.com/office/drawing/2014/main" id="{1E450112-1650-0C36-AEC0-5D9DD1708493}"/>
                </a:ext>
              </a:extLst>
            </p:cNvPr>
            <p:cNvSpPr/>
            <p:nvPr/>
          </p:nvSpPr>
          <p:spPr>
            <a:xfrm>
              <a:off x="4420695" y="2303017"/>
              <a:ext cx="59376" cy="86542"/>
            </a:xfrm>
            <a:custGeom>
              <a:avLst/>
              <a:gdLst/>
              <a:ahLst/>
              <a:cxnLst/>
              <a:rect l="l" t="t" r="r" b="b"/>
              <a:pathLst>
                <a:path w="2260" h="3294" extrusionOk="0">
                  <a:moveTo>
                    <a:pt x="2031" y="0"/>
                  </a:moveTo>
                  <a:cubicBezTo>
                    <a:pt x="1975" y="0"/>
                    <a:pt x="1918" y="21"/>
                    <a:pt x="1873" y="68"/>
                  </a:cubicBezTo>
                  <a:lnTo>
                    <a:pt x="202" y="1740"/>
                  </a:lnTo>
                  <a:cubicBezTo>
                    <a:pt x="70" y="1865"/>
                    <a:pt x="1" y="2038"/>
                    <a:pt x="1" y="2219"/>
                  </a:cubicBezTo>
                  <a:lnTo>
                    <a:pt x="1" y="3294"/>
                  </a:lnTo>
                  <a:lnTo>
                    <a:pt x="2255" y="1039"/>
                  </a:lnTo>
                  <a:lnTo>
                    <a:pt x="2255" y="228"/>
                  </a:lnTo>
                  <a:cubicBezTo>
                    <a:pt x="2260" y="92"/>
                    <a:pt x="2147" y="0"/>
                    <a:pt x="2031" y="0"/>
                  </a:cubicBezTo>
                  <a:close/>
                </a:path>
              </a:pathLst>
            </a:custGeom>
            <a:solidFill>
              <a:srgbClr val="8190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" name="Google Shape;14747;p74">
              <a:extLst>
                <a:ext uri="{FF2B5EF4-FFF2-40B4-BE49-F238E27FC236}">
                  <a16:creationId xmlns:a16="http://schemas.microsoft.com/office/drawing/2014/main" id="{43B5C2A7-01EA-A6A3-29C8-2804F5650A20}"/>
                </a:ext>
              </a:extLst>
            </p:cNvPr>
            <p:cNvSpPr/>
            <p:nvPr/>
          </p:nvSpPr>
          <p:spPr>
            <a:xfrm>
              <a:off x="4183429" y="2401382"/>
              <a:ext cx="225444" cy="225444"/>
            </a:xfrm>
            <a:custGeom>
              <a:avLst/>
              <a:gdLst/>
              <a:ahLst/>
              <a:cxnLst/>
              <a:rect l="l" t="t" r="r" b="b"/>
              <a:pathLst>
                <a:path w="8581" h="8581" extrusionOk="0">
                  <a:moveTo>
                    <a:pt x="4287" y="1"/>
                  </a:moveTo>
                  <a:cubicBezTo>
                    <a:pt x="1922" y="1"/>
                    <a:pt x="1" y="1922"/>
                    <a:pt x="1" y="4294"/>
                  </a:cubicBezTo>
                  <a:cubicBezTo>
                    <a:pt x="1" y="6659"/>
                    <a:pt x="1922" y="8581"/>
                    <a:pt x="4287" y="8581"/>
                  </a:cubicBezTo>
                  <a:cubicBezTo>
                    <a:pt x="6659" y="8581"/>
                    <a:pt x="8581" y="6659"/>
                    <a:pt x="8581" y="4294"/>
                  </a:cubicBezTo>
                  <a:cubicBezTo>
                    <a:pt x="8581" y="1922"/>
                    <a:pt x="6659" y="1"/>
                    <a:pt x="4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" name="Google Shape;14748;p74">
              <a:extLst>
                <a:ext uri="{FF2B5EF4-FFF2-40B4-BE49-F238E27FC236}">
                  <a16:creationId xmlns:a16="http://schemas.microsoft.com/office/drawing/2014/main" id="{04B71921-2828-D856-8E12-217615BAD3E9}"/>
                </a:ext>
              </a:extLst>
            </p:cNvPr>
            <p:cNvSpPr/>
            <p:nvPr/>
          </p:nvSpPr>
          <p:spPr>
            <a:xfrm>
              <a:off x="4296059" y="2508179"/>
              <a:ext cx="112814" cy="11875"/>
            </a:xfrm>
            <a:custGeom>
              <a:avLst/>
              <a:gdLst/>
              <a:ahLst/>
              <a:cxnLst/>
              <a:rect l="l" t="t" r="r" b="b"/>
              <a:pathLst>
                <a:path w="4294" h="452" extrusionOk="0">
                  <a:moveTo>
                    <a:pt x="0" y="0"/>
                  </a:moveTo>
                  <a:lnTo>
                    <a:pt x="0" y="451"/>
                  </a:lnTo>
                  <a:lnTo>
                    <a:pt x="4280" y="451"/>
                  </a:lnTo>
                  <a:cubicBezTo>
                    <a:pt x="4280" y="375"/>
                    <a:pt x="4294" y="305"/>
                    <a:pt x="4294" y="229"/>
                  </a:cubicBezTo>
                  <a:cubicBezTo>
                    <a:pt x="4294" y="153"/>
                    <a:pt x="4287" y="76"/>
                    <a:pt x="4280" y="0"/>
                  </a:cubicBezTo>
                  <a:close/>
                </a:path>
              </a:pathLst>
            </a:custGeom>
            <a:solidFill>
              <a:srgbClr val="E3E9E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" name="Google Shape;14749;p74">
              <a:extLst>
                <a:ext uri="{FF2B5EF4-FFF2-40B4-BE49-F238E27FC236}">
                  <a16:creationId xmlns:a16="http://schemas.microsoft.com/office/drawing/2014/main" id="{BB248BB1-74C5-BC0B-AD88-40D3362C962A}"/>
                </a:ext>
              </a:extLst>
            </p:cNvPr>
            <p:cNvSpPr/>
            <p:nvPr/>
          </p:nvSpPr>
          <p:spPr>
            <a:xfrm>
              <a:off x="4213143" y="2431096"/>
              <a:ext cx="166042" cy="166042"/>
            </a:xfrm>
            <a:custGeom>
              <a:avLst/>
              <a:gdLst/>
              <a:ahLst/>
              <a:cxnLst/>
              <a:rect l="l" t="t" r="r" b="b"/>
              <a:pathLst>
                <a:path w="6320" h="6320" extrusionOk="0">
                  <a:moveTo>
                    <a:pt x="3156" y="0"/>
                  </a:moveTo>
                  <a:cubicBezTo>
                    <a:pt x="1415" y="0"/>
                    <a:pt x="0" y="1415"/>
                    <a:pt x="0" y="3163"/>
                  </a:cubicBezTo>
                  <a:cubicBezTo>
                    <a:pt x="0" y="4904"/>
                    <a:pt x="1415" y="6319"/>
                    <a:pt x="3156" y="6319"/>
                  </a:cubicBezTo>
                  <a:cubicBezTo>
                    <a:pt x="4904" y="6319"/>
                    <a:pt x="6319" y="4904"/>
                    <a:pt x="6319" y="3163"/>
                  </a:cubicBezTo>
                  <a:cubicBezTo>
                    <a:pt x="6319" y="1415"/>
                    <a:pt x="4904" y="0"/>
                    <a:pt x="3156" y="0"/>
                  </a:cubicBezTo>
                  <a:close/>
                </a:path>
              </a:pathLst>
            </a:custGeom>
            <a:solidFill>
              <a:srgbClr val="8190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" name="Google Shape;14750;p74">
              <a:extLst>
                <a:ext uri="{FF2B5EF4-FFF2-40B4-BE49-F238E27FC236}">
                  <a16:creationId xmlns:a16="http://schemas.microsoft.com/office/drawing/2014/main" id="{010E077B-3FBF-C4F8-871B-6EB84CEAA340}"/>
                </a:ext>
              </a:extLst>
            </p:cNvPr>
            <p:cNvSpPr/>
            <p:nvPr/>
          </p:nvSpPr>
          <p:spPr>
            <a:xfrm>
              <a:off x="4296059" y="2508179"/>
              <a:ext cx="83126" cy="11875"/>
            </a:xfrm>
            <a:custGeom>
              <a:avLst/>
              <a:gdLst/>
              <a:ahLst/>
              <a:cxnLst/>
              <a:rect l="l" t="t" r="r" b="b"/>
              <a:pathLst>
                <a:path w="3164" h="452" extrusionOk="0">
                  <a:moveTo>
                    <a:pt x="0" y="0"/>
                  </a:moveTo>
                  <a:lnTo>
                    <a:pt x="0" y="451"/>
                  </a:lnTo>
                  <a:lnTo>
                    <a:pt x="3149" y="451"/>
                  </a:lnTo>
                  <a:cubicBezTo>
                    <a:pt x="3156" y="375"/>
                    <a:pt x="3163" y="305"/>
                    <a:pt x="3163" y="229"/>
                  </a:cubicBezTo>
                  <a:cubicBezTo>
                    <a:pt x="3163" y="153"/>
                    <a:pt x="3156" y="76"/>
                    <a:pt x="3149" y="0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" name="Google Shape;14751;p74">
              <a:extLst>
                <a:ext uri="{FF2B5EF4-FFF2-40B4-BE49-F238E27FC236}">
                  <a16:creationId xmlns:a16="http://schemas.microsoft.com/office/drawing/2014/main" id="{5A889DBA-C147-07F9-2B65-17D066627668}"/>
                </a:ext>
              </a:extLst>
            </p:cNvPr>
            <p:cNvSpPr/>
            <p:nvPr/>
          </p:nvSpPr>
          <p:spPr>
            <a:xfrm>
              <a:off x="4248663" y="2466616"/>
              <a:ext cx="94975" cy="94975"/>
            </a:xfrm>
            <a:custGeom>
              <a:avLst/>
              <a:gdLst/>
              <a:ahLst/>
              <a:cxnLst/>
              <a:rect l="l" t="t" r="r" b="b"/>
              <a:pathLst>
                <a:path w="3615" h="3615" extrusionOk="0">
                  <a:moveTo>
                    <a:pt x="1804" y="1"/>
                  </a:moveTo>
                  <a:cubicBezTo>
                    <a:pt x="812" y="1"/>
                    <a:pt x="1" y="812"/>
                    <a:pt x="1" y="1811"/>
                  </a:cubicBezTo>
                  <a:cubicBezTo>
                    <a:pt x="1" y="2803"/>
                    <a:pt x="812" y="3614"/>
                    <a:pt x="1804" y="3614"/>
                  </a:cubicBezTo>
                  <a:cubicBezTo>
                    <a:pt x="2803" y="3614"/>
                    <a:pt x="3615" y="2803"/>
                    <a:pt x="3615" y="1811"/>
                  </a:cubicBezTo>
                  <a:cubicBezTo>
                    <a:pt x="3615" y="812"/>
                    <a:pt x="2803" y="1"/>
                    <a:pt x="18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" name="Google Shape;14752;p74">
              <a:extLst>
                <a:ext uri="{FF2B5EF4-FFF2-40B4-BE49-F238E27FC236}">
                  <a16:creationId xmlns:a16="http://schemas.microsoft.com/office/drawing/2014/main" id="{3592CB0A-DCCB-0316-96BF-9F58F20F5FBF}"/>
                </a:ext>
              </a:extLst>
            </p:cNvPr>
            <p:cNvSpPr/>
            <p:nvPr/>
          </p:nvSpPr>
          <p:spPr>
            <a:xfrm>
              <a:off x="4296059" y="2508179"/>
              <a:ext cx="47763" cy="11875"/>
            </a:xfrm>
            <a:custGeom>
              <a:avLst/>
              <a:gdLst/>
              <a:ahLst/>
              <a:cxnLst/>
              <a:rect l="l" t="t" r="r" b="b"/>
              <a:pathLst>
                <a:path w="1818" h="452" extrusionOk="0">
                  <a:moveTo>
                    <a:pt x="0" y="0"/>
                  </a:moveTo>
                  <a:lnTo>
                    <a:pt x="0" y="451"/>
                  </a:lnTo>
                  <a:lnTo>
                    <a:pt x="1797" y="451"/>
                  </a:lnTo>
                  <a:cubicBezTo>
                    <a:pt x="1818" y="305"/>
                    <a:pt x="1818" y="153"/>
                    <a:pt x="1797" y="0"/>
                  </a:cubicBezTo>
                  <a:close/>
                </a:path>
              </a:pathLst>
            </a:custGeom>
            <a:solidFill>
              <a:srgbClr val="E3E9E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" name="Google Shape;14753;p74">
              <a:extLst>
                <a:ext uri="{FF2B5EF4-FFF2-40B4-BE49-F238E27FC236}">
                  <a16:creationId xmlns:a16="http://schemas.microsoft.com/office/drawing/2014/main" id="{AAA7F6CE-5785-1D22-B2FD-0A0076D16326}"/>
                </a:ext>
              </a:extLst>
            </p:cNvPr>
            <p:cNvSpPr/>
            <p:nvPr/>
          </p:nvSpPr>
          <p:spPr>
            <a:xfrm>
              <a:off x="4278377" y="2496330"/>
              <a:ext cx="35547" cy="35547"/>
            </a:xfrm>
            <a:custGeom>
              <a:avLst/>
              <a:gdLst/>
              <a:ahLst/>
              <a:cxnLst/>
              <a:rect l="l" t="t" r="r" b="b"/>
              <a:pathLst>
                <a:path w="1353" h="1353" extrusionOk="0">
                  <a:moveTo>
                    <a:pt x="673" y="0"/>
                  </a:moveTo>
                  <a:cubicBezTo>
                    <a:pt x="299" y="0"/>
                    <a:pt x="0" y="306"/>
                    <a:pt x="0" y="680"/>
                  </a:cubicBezTo>
                  <a:cubicBezTo>
                    <a:pt x="0" y="1055"/>
                    <a:pt x="299" y="1353"/>
                    <a:pt x="673" y="1353"/>
                  </a:cubicBezTo>
                  <a:cubicBezTo>
                    <a:pt x="1048" y="1353"/>
                    <a:pt x="1353" y="1055"/>
                    <a:pt x="1353" y="680"/>
                  </a:cubicBezTo>
                  <a:cubicBezTo>
                    <a:pt x="1353" y="306"/>
                    <a:pt x="1048" y="0"/>
                    <a:pt x="673" y="0"/>
                  </a:cubicBezTo>
                  <a:close/>
                </a:path>
              </a:pathLst>
            </a:custGeom>
            <a:solidFill>
              <a:srgbClr val="8190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" name="Google Shape;14754;p74">
              <a:extLst>
                <a:ext uri="{FF2B5EF4-FFF2-40B4-BE49-F238E27FC236}">
                  <a16:creationId xmlns:a16="http://schemas.microsoft.com/office/drawing/2014/main" id="{43EA0A7C-D687-FC39-7B91-061AC0E30AB3}"/>
                </a:ext>
              </a:extLst>
            </p:cNvPr>
            <p:cNvSpPr/>
            <p:nvPr/>
          </p:nvSpPr>
          <p:spPr>
            <a:xfrm>
              <a:off x="4296059" y="2508179"/>
              <a:ext cx="18233" cy="11875"/>
            </a:xfrm>
            <a:custGeom>
              <a:avLst/>
              <a:gdLst/>
              <a:ahLst/>
              <a:cxnLst/>
              <a:rect l="l" t="t" r="r" b="b"/>
              <a:pathLst>
                <a:path w="694" h="452" extrusionOk="0">
                  <a:moveTo>
                    <a:pt x="0" y="0"/>
                  </a:moveTo>
                  <a:lnTo>
                    <a:pt x="0" y="451"/>
                  </a:lnTo>
                  <a:lnTo>
                    <a:pt x="638" y="451"/>
                  </a:lnTo>
                  <a:cubicBezTo>
                    <a:pt x="694" y="305"/>
                    <a:pt x="694" y="146"/>
                    <a:pt x="638" y="0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" name="Google Shape;14755;p74">
              <a:extLst>
                <a:ext uri="{FF2B5EF4-FFF2-40B4-BE49-F238E27FC236}">
                  <a16:creationId xmlns:a16="http://schemas.microsoft.com/office/drawing/2014/main" id="{E5E2EB25-F3F9-088D-BDA6-09FF0A8B174B}"/>
                </a:ext>
              </a:extLst>
            </p:cNvPr>
            <p:cNvSpPr/>
            <p:nvPr/>
          </p:nvSpPr>
          <p:spPr>
            <a:xfrm>
              <a:off x="4287678" y="2480094"/>
              <a:ext cx="42483" cy="40013"/>
            </a:xfrm>
            <a:custGeom>
              <a:avLst/>
              <a:gdLst/>
              <a:ahLst/>
              <a:cxnLst/>
              <a:rect l="l" t="t" r="r" b="b"/>
              <a:pathLst>
                <a:path w="1617" h="1523" extrusionOk="0">
                  <a:moveTo>
                    <a:pt x="1297" y="1"/>
                  </a:moveTo>
                  <a:lnTo>
                    <a:pt x="160" y="1132"/>
                  </a:lnTo>
                  <a:cubicBezTo>
                    <a:pt x="0" y="1296"/>
                    <a:pt x="150" y="1522"/>
                    <a:pt x="323" y="1522"/>
                  </a:cubicBezTo>
                  <a:cubicBezTo>
                    <a:pt x="375" y="1522"/>
                    <a:pt x="430" y="1501"/>
                    <a:pt x="479" y="1451"/>
                  </a:cubicBezTo>
                  <a:lnTo>
                    <a:pt x="1616" y="320"/>
                  </a:lnTo>
                  <a:lnTo>
                    <a:pt x="1297" y="1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" name="Google Shape;14756;p74">
              <a:extLst>
                <a:ext uri="{FF2B5EF4-FFF2-40B4-BE49-F238E27FC236}">
                  <a16:creationId xmlns:a16="http://schemas.microsoft.com/office/drawing/2014/main" id="{60EBF6E4-3DAB-900C-E0F8-47444A047CD8}"/>
                </a:ext>
              </a:extLst>
            </p:cNvPr>
            <p:cNvSpPr/>
            <p:nvPr/>
          </p:nvSpPr>
          <p:spPr>
            <a:xfrm>
              <a:off x="4314817" y="2315313"/>
              <a:ext cx="182568" cy="178128"/>
            </a:xfrm>
            <a:custGeom>
              <a:avLst/>
              <a:gdLst/>
              <a:ahLst/>
              <a:cxnLst/>
              <a:rect l="l" t="t" r="r" b="b"/>
              <a:pathLst>
                <a:path w="6949" h="6780" extrusionOk="0">
                  <a:moveTo>
                    <a:pt x="6625" y="1"/>
                  </a:moveTo>
                  <a:cubicBezTo>
                    <a:pt x="6572" y="1"/>
                    <a:pt x="6516" y="22"/>
                    <a:pt x="6465" y="72"/>
                  </a:cubicBezTo>
                  <a:lnTo>
                    <a:pt x="146" y="6391"/>
                  </a:lnTo>
                  <a:cubicBezTo>
                    <a:pt x="1" y="6537"/>
                    <a:pt x="105" y="6779"/>
                    <a:pt x="306" y="6779"/>
                  </a:cubicBezTo>
                  <a:cubicBezTo>
                    <a:pt x="368" y="6772"/>
                    <a:pt x="424" y="6752"/>
                    <a:pt x="465" y="6710"/>
                  </a:cubicBezTo>
                  <a:lnTo>
                    <a:pt x="6784" y="391"/>
                  </a:lnTo>
                  <a:cubicBezTo>
                    <a:pt x="6949" y="226"/>
                    <a:pt x="6800" y="1"/>
                    <a:pt x="662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3" name="文本框 9">
            <a:extLst>
              <a:ext uri="{FF2B5EF4-FFF2-40B4-BE49-F238E27FC236}">
                <a16:creationId xmlns:a16="http://schemas.microsoft.com/office/drawing/2014/main" id="{3EDDA300-B4CC-0507-DC24-C209F345B9C4}"/>
              </a:ext>
            </a:extLst>
          </p:cNvPr>
          <p:cNvSpPr txBox="1"/>
          <p:nvPr/>
        </p:nvSpPr>
        <p:spPr>
          <a:xfrm>
            <a:off x="-118110" y="295791"/>
            <a:ext cx="9282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1"/>
            <a:r>
              <a:rPr lang="ru-RU" altLang="zh-CN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+mn-lt"/>
              </a:rPr>
              <a:t>Цель и границы исследования</a:t>
            </a:r>
            <a:endParaRPr lang="zh-CN" altLang="en-US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+mn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7D43E0-A36A-6D4B-820A-86853C9C7771}"/>
              </a:ext>
            </a:extLst>
          </p:cNvPr>
          <p:cNvSpPr txBox="1"/>
          <p:nvPr/>
        </p:nvSpPr>
        <p:spPr>
          <a:xfrm>
            <a:off x="1722838" y="1166468"/>
            <a:ext cx="101237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Цель исследования</a:t>
            </a:r>
          </a:p>
          <a:p>
            <a:pPr algn="just"/>
            <a:r>
              <a:rPr lang="ru-RU" sz="2800" dirty="0">
                <a:solidFill>
                  <a:srgbClr val="F8FA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Разработка автоматического алгоритма суммаризации корпуса новостных текстов.</a:t>
            </a:r>
            <a:endParaRPr lang="ru-RU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CA6625-6860-2D1C-A4DE-4471E915AB03}"/>
              </a:ext>
            </a:extLst>
          </p:cNvPr>
          <p:cNvSpPr txBox="1"/>
          <p:nvPr/>
        </p:nvSpPr>
        <p:spPr>
          <a:xfrm>
            <a:off x="1722838" y="3298390"/>
            <a:ext cx="101237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Объект исследования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Реферирование и суммаризация текстов.</a:t>
            </a:r>
            <a:endParaRPr lang="ru-RU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4D5878-2088-3779-3216-074B7DAA770A}"/>
              </a:ext>
            </a:extLst>
          </p:cNvPr>
          <p:cNvSpPr txBox="1"/>
          <p:nvPr/>
        </p:nvSpPr>
        <p:spPr>
          <a:xfrm>
            <a:off x="1697730" y="4906530"/>
            <a:ext cx="101237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Предмет исследования</a:t>
            </a:r>
          </a:p>
          <a:p>
            <a:pPr algn="l"/>
            <a:r>
              <a:rPr lang="ru-RU" sz="28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Экстрактивные и абстрактивные методы автоматического реферирования и суммаризации текстов.</a:t>
            </a:r>
            <a:endParaRPr lang="ru-RU" sz="2800" b="0" i="0" dirty="0">
              <a:solidFill>
                <a:schemeClr val="bg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65203-EEF2-B295-136E-D4DE56692FE8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64058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65582-7B29-13D5-3E40-9B3723A5B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999999-6D594D61">
            <a:extLst>
              <a:ext uri="{FF2B5EF4-FFF2-40B4-BE49-F238E27FC236}">
                <a16:creationId xmlns:a16="http://schemas.microsoft.com/office/drawing/2014/main" id="{A8F71EB4-F9D0-947D-F5F0-08C495BE72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>
            <a:off x="6648450" y="3682365"/>
            <a:ext cx="5524500" cy="3224530"/>
          </a:xfrm>
          <a:prstGeom prst="rect">
            <a:avLst/>
          </a:prstGeom>
        </p:spPr>
      </p:pic>
      <p:sp>
        <p:nvSpPr>
          <p:cNvPr id="53" name="文本框 9">
            <a:extLst>
              <a:ext uri="{FF2B5EF4-FFF2-40B4-BE49-F238E27FC236}">
                <a16:creationId xmlns:a16="http://schemas.microsoft.com/office/drawing/2014/main" id="{9A90221E-3340-7B0B-A2D8-79FB26F03EAB}"/>
              </a:ext>
            </a:extLst>
          </p:cNvPr>
          <p:cNvSpPr txBox="1"/>
          <p:nvPr/>
        </p:nvSpPr>
        <p:spPr>
          <a:xfrm>
            <a:off x="-118110" y="295791"/>
            <a:ext cx="9282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1"/>
            <a:r>
              <a:rPr lang="ru-RU" altLang="zh-CN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+mn-lt"/>
              </a:rPr>
              <a:t>Задачи</a:t>
            </a:r>
            <a:r>
              <a:rPr lang="en-US" altLang="zh-CN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+mn-lt"/>
              </a:rPr>
              <a:t> </a:t>
            </a:r>
            <a:r>
              <a:rPr lang="ru-RU" altLang="zh-CN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+mn-lt"/>
              </a:rPr>
              <a:t>исследования</a:t>
            </a:r>
            <a:endParaRPr lang="zh-CN" altLang="en-US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+mn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0B6520-7225-CCB3-3440-6309EED957B1}"/>
              </a:ext>
            </a:extLst>
          </p:cNvPr>
          <p:cNvSpPr txBox="1"/>
          <p:nvPr/>
        </p:nvSpPr>
        <p:spPr>
          <a:xfrm>
            <a:off x="1662406" y="1306575"/>
            <a:ext cx="1034671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ru-RU" sz="2600" b="0" dirty="0"/>
              <a:t>Анализ </a:t>
            </a:r>
            <a:r>
              <a:rPr lang="ru-RU" sz="2700" b="0" dirty="0"/>
              <a:t>существующих</a:t>
            </a:r>
            <a:r>
              <a:rPr lang="ru-RU" sz="2600" b="0" dirty="0"/>
              <a:t> методов автоматического реферирования и суммаризации текстов.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C65B3B-0DAA-05D0-D70A-FCC85B6AAD02}"/>
              </a:ext>
            </a:extLst>
          </p:cNvPr>
          <p:cNvSpPr txBox="1"/>
          <p:nvPr/>
        </p:nvSpPr>
        <p:spPr>
          <a:xfrm>
            <a:off x="1662406" y="2873110"/>
            <a:ext cx="10123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ru-RU" sz="2800" b="0" dirty="0">
                <a:ea typeface="Calibri" panose="020F0502020204030204" pitchFamily="34" charset="0"/>
              </a:rPr>
              <a:t>Разработать</a:t>
            </a:r>
            <a:r>
              <a:rPr lang="ru-RU" sz="2800" b="0" dirty="0">
                <a:effectLst/>
                <a:ea typeface="Calibri" panose="020F0502020204030204" pitchFamily="34" charset="0"/>
              </a:rPr>
              <a:t> алгоритм суммаризации </a:t>
            </a:r>
            <a:r>
              <a:rPr lang="ru-RU" sz="2800" b="0" dirty="0">
                <a:ea typeface="Calibri" panose="020F0502020204030204" pitchFamily="34" charset="0"/>
              </a:rPr>
              <a:t>корпуса новостных текстов, удовлетворяющий требованиям подразделения-заказчика.</a:t>
            </a:r>
            <a:endParaRPr lang="ru-RU" sz="2800" b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37C06C-EE70-A32C-74FE-DAA309EE8273}"/>
              </a:ext>
            </a:extLst>
          </p:cNvPr>
          <p:cNvSpPr txBox="1"/>
          <p:nvPr/>
        </p:nvSpPr>
        <p:spPr>
          <a:xfrm>
            <a:off x="1662406" y="4824220"/>
            <a:ext cx="103467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Определить предпочтительные методы реферирования и другие параметры алгоритма путём проведения экспериментальных исследований.</a:t>
            </a:r>
            <a:endParaRPr lang="ru-RU" sz="2800" b="0" i="0" dirty="0">
              <a:solidFill>
                <a:schemeClr val="bg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Freeform 266">
            <a:extLst>
              <a:ext uri="{FF2B5EF4-FFF2-40B4-BE49-F238E27FC236}">
                <a16:creationId xmlns:a16="http://schemas.microsoft.com/office/drawing/2014/main" id="{A2B89B13-AC07-D461-FD98-91E65DA3B7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391" y="1132766"/>
            <a:ext cx="1139010" cy="1255561"/>
          </a:xfrm>
          <a:custGeom>
            <a:avLst/>
            <a:gdLst>
              <a:gd name="T0" fmla="*/ 310 w 863"/>
              <a:gd name="T1" fmla="*/ 41 h 954"/>
              <a:gd name="T2" fmla="*/ 201 w 863"/>
              <a:gd name="T3" fmla="*/ 735 h 954"/>
              <a:gd name="T4" fmla="*/ 519 w 863"/>
              <a:gd name="T5" fmla="*/ 953 h 954"/>
              <a:gd name="T6" fmla="*/ 636 w 863"/>
              <a:gd name="T7" fmla="*/ 886 h 954"/>
              <a:gd name="T8" fmla="*/ 770 w 863"/>
              <a:gd name="T9" fmla="*/ 744 h 954"/>
              <a:gd name="T10" fmla="*/ 786 w 863"/>
              <a:gd name="T11" fmla="*/ 693 h 954"/>
              <a:gd name="T12" fmla="*/ 836 w 863"/>
              <a:gd name="T13" fmla="*/ 593 h 954"/>
              <a:gd name="T14" fmla="*/ 293 w 863"/>
              <a:gd name="T15" fmla="*/ 468 h 954"/>
              <a:gd name="T16" fmla="*/ 268 w 863"/>
              <a:gd name="T17" fmla="*/ 434 h 954"/>
              <a:gd name="T18" fmla="*/ 234 w 863"/>
              <a:gd name="T19" fmla="*/ 459 h 954"/>
              <a:gd name="T20" fmla="*/ 159 w 863"/>
              <a:gd name="T21" fmla="*/ 392 h 954"/>
              <a:gd name="T22" fmla="*/ 184 w 863"/>
              <a:gd name="T23" fmla="*/ 342 h 954"/>
              <a:gd name="T24" fmla="*/ 142 w 863"/>
              <a:gd name="T25" fmla="*/ 301 h 954"/>
              <a:gd name="T26" fmla="*/ 168 w 863"/>
              <a:gd name="T27" fmla="*/ 200 h 954"/>
              <a:gd name="T28" fmla="*/ 234 w 863"/>
              <a:gd name="T29" fmla="*/ 200 h 954"/>
              <a:gd name="T30" fmla="*/ 251 w 863"/>
              <a:gd name="T31" fmla="*/ 150 h 954"/>
              <a:gd name="T32" fmla="*/ 351 w 863"/>
              <a:gd name="T33" fmla="*/ 117 h 954"/>
              <a:gd name="T34" fmla="*/ 376 w 863"/>
              <a:gd name="T35" fmla="*/ 175 h 954"/>
              <a:gd name="T36" fmla="*/ 427 w 863"/>
              <a:gd name="T37" fmla="*/ 167 h 954"/>
              <a:gd name="T38" fmla="*/ 510 w 863"/>
              <a:gd name="T39" fmla="*/ 217 h 954"/>
              <a:gd name="T40" fmla="*/ 477 w 863"/>
              <a:gd name="T41" fmla="*/ 284 h 954"/>
              <a:gd name="T42" fmla="*/ 519 w 863"/>
              <a:gd name="T43" fmla="*/ 326 h 954"/>
              <a:gd name="T44" fmla="*/ 494 w 863"/>
              <a:gd name="T45" fmla="*/ 418 h 954"/>
              <a:gd name="T46" fmla="*/ 427 w 863"/>
              <a:gd name="T47" fmla="*/ 409 h 954"/>
              <a:gd name="T48" fmla="*/ 418 w 863"/>
              <a:gd name="T49" fmla="*/ 459 h 954"/>
              <a:gd name="T50" fmla="*/ 318 w 863"/>
              <a:gd name="T51" fmla="*/ 493 h 954"/>
              <a:gd name="T52" fmla="*/ 594 w 863"/>
              <a:gd name="T53" fmla="*/ 660 h 954"/>
              <a:gd name="T54" fmla="*/ 561 w 863"/>
              <a:gd name="T55" fmla="*/ 652 h 954"/>
              <a:gd name="T56" fmla="*/ 552 w 863"/>
              <a:gd name="T57" fmla="*/ 685 h 954"/>
              <a:gd name="T58" fmla="*/ 485 w 863"/>
              <a:gd name="T59" fmla="*/ 710 h 954"/>
              <a:gd name="T60" fmla="*/ 469 w 863"/>
              <a:gd name="T61" fmla="*/ 677 h 954"/>
              <a:gd name="T62" fmla="*/ 435 w 863"/>
              <a:gd name="T63" fmla="*/ 685 h 954"/>
              <a:gd name="T64" fmla="*/ 385 w 863"/>
              <a:gd name="T65" fmla="*/ 643 h 954"/>
              <a:gd name="T66" fmla="*/ 402 w 863"/>
              <a:gd name="T67" fmla="*/ 610 h 954"/>
              <a:gd name="T68" fmla="*/ 376 w 863"/>
              <a:gd name="T69" fmla="*/ 585 h 954"/>
              <a:gd name="T70" fmla="*/ 393 w 863"/>
              <a:gd name="T71" fmla="*/ 518 h 954"/>
              <a:gd name="T72" fmla="*/ 427 w 863"/>
              <a:gd name="T73" fmla="*/ 518 h 954"/>
              <a:gd name="T74" fmla="*/ 443 w 863"/>
              <a:gd name="T75" fmla="*/ 484 h 954"/>
              <a:gd name="T76" fmla="*/ 502 w 863"/>
              <a:gd name="T77" fmla="*/ 468 h 954"/>
              <a:gd name="T78" fmla="*/ 519 w 863"/>
              <a:gd name="T79" fmla="*/ 501 h 954"/>
              <a:gd name="T80" fmla="*/ 552 w 863"/>
              <a:gd name="T81" fmla="*/ 493 h 954"/>
              <a:gd name="T82" fmla="*/ 611 w 863"/>
              <a:gd name="T83" fmla="*/ 535 h 954"/>
              <a:gd name="T84" fmla="*/ 594 w 863"/>
              <a:gd name="T85" fmla="*/ 568 h 954"/>
              <a:gd name="T86" fmla="*/ 619 w 863"/>
              <a:gd name="T87" fmla="*/ 602 h 954"/>
              <a:gd name="T88" fmla="*/ 594 w 863"/>
              <a:gd name="T89" fmla="*/ 660 h 954"/>
              <a:gd name="T90" fmla="*/ 594 w 863"/>
              <a:gd name="T91" fmla="*/ 660 h 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863" h="954">
                <a:moveTo>
                  <a:pt x="761" y="426"/>
                </a:moveTo>
                <a:cubicBezTo>
                  <a:pt x="820" y="133"/>
                  <a:pt x="577" y="0"/>
                  <a:pt x="310" y="41"/>
                </a:cubicBezTo>
                <a:cubicBezTo>
                  <a:pt x="42" y="83"/>
                  <a:pt x="50" y="242"/>
                  <a:pt x="34" y="317"/>
                </a:cubicBezTo>
                <a:cubicBezTo>
                  <a:pt x="0" y="518"/>
                  <a:pt x="201" y="735"/>
                  <a:pt x="201" y="735"/>
                </a:cubicBezTo>
                <a:cubicBezTo>
                  <a:pt x="193" y="953"/>
                  <a:pt x="193" y="953"/>
                  <a:pt x="193" y="953"/>
                </a:cubicBezTo>
                <a:cubicBezTo>
                  <a:pt x="519" y="953"/>
                  <a:pt x="519" y="953"/>
                  <a:pt x="519" y="953"/>
                </a:cubicBezTo>
                <a:cubicBezTo>
                  <a:pt x="544" y="852"/>
                  <a:pt x="544" y="852"/>
                  <a:pt x="544" y="852"/>
                </a:cubicBezTo>
                <a:cubicBezTo>
                  <a:pt x="544" y="852"/>
                  <a:pt x="552" y="877"/>
                  <a:pt x="636" y="886"/>
                </a:cubicBezTo>
                <a:cubicBezTo>
                  <a:pt x="728" y="894"/>
                  <a:pt x="711" y="785"/>
                  <a:pt x="711" y="785"/>
                </a:cubicBezTo>
                <a:cubicBezTo>
                  <a:pt x="711" y="785"/>
                  <a:pt x="770" y="760"/>
                  <a:pt x="770" y="744"/>
                </a:cubicBezTo>
                <a:cubicBezTo>
                  <a:pt x="770" y="727"/>
                  <a:pt x="736" y="702"/>
                  <a:pt x="736" y="702"/>
                </a:cubicBezTo>
                <a:cubicBezTo>
                  <a:pt x="736" y="702"/>
                  <a:pt x="770" y="710"/>
                  <a:pt x="786" y="693"/>
                </a:cubicBezTo>
                <a:cubicBezTo>
                  <a:pt x="794" y="677"/>
                  <a:pt x="770" y="626"/>
                  <a:pt x="770" y="626"/>
                </a:cubicBezTo>
                <a:cubicBezTo>
                  <a:pt x="770" y="626"/>
                  <a:pt x="811" y="626"/>
                  <a:pt x="836" y="593"/>
                </a:cubicBezTo>
                <a:cubicBezTo>
                  <a:pt x="862" y="568"/>
                  <a:pt x="761" y="484"/>
                  <a:pt x="761" y="426"/>
                </a:cubicBezTo>
                <a:close/>
                <a:moveTo>
                  <a:pt x="293" y="468"/>
                </a:moveTo>
                <a:cubicBezTo>
                  <a:pt x="293" y="468"/>
                  <a:pt x="293" y="451"/>
                  <a:pt x="293" y="443"/>
                </a:cubicBezTo>
                <a:cubicBezTo>
                  <a:pt x="284" y="434"/>
                  <a:pt x="276" y="434"/>
                  <a:pt x="268" y="434"/>
                </a:cubicBezTo>
                <a:cubicBezTo>
                  <a:pt x="260" y="443"/>
                  <a:pt x="243" y="451"/>
                  <a:pt x="243" y="451"/>
                </a:cubicBezTo>
                <a:cubicBezTo>
                  <a:pt x="234" y="459"/>
                  <a:pt x="234" y="459"/>
                  <a:pt x="234" y="459"/>
                </a:cubicBezTo>
                <a:lnTo>
                  <a:pt x="209" y="451"/>
                </a:lnTo>
                <a:cubicBezTo>
                  <a:pt x="159" y="392"/>
                  <a:pt x="159" y="392"/>
                  <a:pt x="159" y="392"/>
                </a:cubicBezTo>
                <a:cubicBezTo>
                  <a:pt x="159" y="359"/>
                  <a:pt x="159" y="359"/>
                  <a:pt x="159" y="359"/>
                </a:cubicBezTo>
                <a:cubicBezTo>
                  <a:pt x="159" y="359"/>
                  <a:pt x="176" y="342"/>
                  <a:pt x="184" y="342"/>
                </a:cubicBezTo>
                <a:cubicBezTo>
                  <a:pt x="184" y="334"/>
                  <a:pt x="184" y="326"/>
                  <a:pt x="184" y="317"/>
                </a:cubicBezTo>
                <a:cubicBezTo>
                  <a:pt x="168" y="309"/>
                  <a:pt x="142" y="301"/>
                  <a:pt x="142" y="301"/>
                </a:cubicBezTo>
                <a:cubicBezTo>
                  <a:pt x="134" y="267"/>
                  <a:pt x="134" y="267"/>
                  <a:pt x="134" y="267"/>
                </a:cubicBezTo>
                <a:cubicBezTo>
                  <a:pt x="168" y="200"/>
                  <a:pt x="168" y="200"/>
                  <a:pt x="168" y="200"/>
                </a:cubicBezTo>
                <a:cubicBezTo>
                  <a:pt x="201" y="192"/>
                  <a:pt x="201" y="192"/>
                  <a:pt x="201" y="192"/>
                </a:cubicBezTo>
                <a:cubicBezTo>
                  <a:pt x="201" y="192"/>
                  <a:pt x="226" y="200"/>
                  <a:pt x="234" y="200"/>
                </a:cubicBezTo>
                <a:cubicBezTo>
                  <a:pt x="243" y="200"/>
                  <a:pt x="243" y="192"/>
                  <a:pt x="251" y="192"/>
                </a:cubicBezTo>
                <a:cubicBezTo>
                  <a:pt x="251" y="175"/>
                  <a:pt x="251" y="150"/>
                  <a:pt x="251" y="150"/>
                </a:cubicBezTo>
                <a:cubicBezTo>
                  <a:pt x="276" y="125"/>
                  <a:pt x="276" y="125"/>
                  <a:pt x="276" y="125"/>
                </a:cubicBezTo>
                <a:cubicBezTo>
                  <a:pt x="351" y="117"/>
                  <a:pt x="351" y="117"/>
                  <a:pt x="351" y="117"/>
                </a:cubicBezTo>
                <a:cubicBezTo>
                  <a:pt x="376" y="142"/>
                  <a:pt x="376" y="142"/>
                  <a:pt x="376" y="142"/>
                </a:cubicBezTo>
                <a:cubicBezTo>
                  <a:pt x="376" y="142"/>
                  <a:pt x="376" y="167"/>
                  <a:pt x="376" y="175"/>
                </a:cubicBezTo>
                <a:cubicBezTo>
                  <a:pt x="385" y="175"/>
                  <a:pt x="393" y="183"/>
                  <a:pt x="402" y="183"/>
                </a:cubicBezTo>
                <a:cubicBezTo>
                  <a:pt x="410" y="175"/>
                  <a:pt x="427" y="167"/>
                  <a:pt x="427" y="167"/>
                </a:cubicBezTo>
                <a:cubicBezTo>
                  <a:pt x="460" y="167"/>
                  <a:pt x="460" y="167"/>
                  <a:pt x="460" y="167"/>
                </a:cubicBezTo>
                <a:cubicBezTo>
                  <a:pt x="510" y="217"/>
                  <a:pt x="510" y="217"/>
                  <a:pt x="510" y="217"/>
                </a:cubicBezTo>
                <a:cubicBezTo>
                  <a:pt x="510" y="250"/>
                  <a:pt x="510" y="250"/>
                  <a:pt x="510" y="250"/>
                </a:cubicBezTo>
                <a:cubicBezTo>
                  <a:pt x="510" y="250"/>
                  <a:pt x="494" y="267"/>
                  <a:pt x="477" y="284"/>
                </a:cubicBezTo>
                <a:cubicBezTo>
                  <a:pt x="485" y="284"/>
                  <a:pt x="485" y="292"/>
                  <a:pt x="485" y="301"/>
                </a:cubicBezTo>
                <a:cubicBezTo>
                  <a:pt x="494" y="309"/>
                  <a:pt x="519" y="326"/>
                  <a:pt x="519" y="326"/>
                </a:cubicBezTo>
                <a:cubicBezTo>
                  <a:pt x="527" y="359"/>
                  <a:pt x="527" y="359"/>
                  <a:pt x="527" y="359"/>
                </a:cubicBezTo>
                <a:cubicBezTo>
                  <a:pt x="494" y="418"/>
                  <a:pt x="494" y="418"/>
                  <a:pt x="494" y="418"/>
                </a:cubicBezTo>
                <a:cubicBezTo>
                  <a:pt x="460" y="426"/>
                  <a:pt x="460" y="426"/>
                  <a:pt x="460" y="426"/>
                </a:cubicBezTo>
                <a:cubicBezTo>
                  <a:pt x="460" y="426"/>
                  <a:pt x="443" y="418"/>
                  <a:pt x="427" y="409"/>
                </a:cubicBezTo>
                <a:cubicBezTo>
                  <a:pt x="427" y="418"/>
                  <a:pt x="418" y="418"/>
                  <a:pt x="410" y="426"/>
                </a:cubicBezTo>
                <a:cubicBezTo>
                  <a:pt x="410" y="434"/>
                  <a:pt x="418" y="459"/>
                  <a:pt x="418" y="459"/>
                </a:cubicBezTo>
                <a:cubicBezTo>
                  <a:pt x="393" y="484"/>
                  <a:pt x="393" y="484"/>
                  <a:pt x="393" y="484"/>
                </a:cubicBezTo>
                <a:cubicBezTo>
                  <a:pt x="318" y="493"/>
                  <a:pt x="318" y="493"/>
                  <a:pt x="318" y="493"/>
                </a:cubicBezTo>
                <a:lnTo>
                  <a:pt x="293" y="468"/>
                </a:lnTo>
                <a:close/>
                <a:moveTo>
                  <a:pt x="594" y="660"/>
                </a:moveTo>
                <a:cubicBezTo>
                  <a:pt x="577" y="669"/>
                  <a:pt x="577" y="669"/>
                  <a:pt x="577" y="669"/>
                </a:cubicBezTo>
                <a:cubicBezTo>
                  <a:pt x="577" y="669"/>
                  <a:pt x="561" y="660"/>
                  <a:pt x="561" y="652"/>
                </a:cubicBezTo>
                <a:cubicBezTo>
                  <a:pt x="552" y="660"/>
                  <a:pt x="552" y="660"/>
                  <a:pt x="544" y="660"/>
                </a:cubicBezTo>
                <a:cubicBezTo>
                  <a:pt x="544" y="669"/>
                  <a:pt x="552" y="685"/>
                  <a:pt x="552" y="685"/>
                </a:cubicBezTo>
                <a:cubicBezTo>
                  <a:pt x="535" y="702"/>
                  <a:pt x="535" y="702"/>
                  <a:pt x="535" y="702"/>
                </a:cubicBezTo>
                <a:cubicBezTo>
                  <a:pt x="485" y="710"/>
                  <a:pt x="485" y="710"/>
                  <a:pt x="485" y="710"/>
                </a:cubicBezTo>
                <a:cubicBezTo>
                  <a:pt x="469" y="693"/>
                  <a:pt x="469" y="693"/>
                  <a:pt x="469" y="693"/>
                </a:cubicBezTo>
                <a:lnTo>
                  <a:pt x="469" y="677"/>
                </a:lnTo>
                <a:cubicBezTo>
                  <a:pt x="460" y="669"/>
                  <a:pt x="460" y="669"/>
                  <a:pt x="452" y="669"/>
                </a:cubicBezTo>
                <a:cubicBezTo>
                  <a:pt x="435" y="685"/>
                  <a:pt x="435" y="685"/>
                  <a:pt x="435" y="685"/>
                </a:cubicBezTo>
                <a:lnTo>
                  <a:pt x="410" y="685"/>
                </a:lnTo>
                <a:cubicBezTo>
                  <a:pt x="385" y="643"/>
                  <a:pt x="385" y="643"/>
                  <a:pt x="385" y="643"/>
                </a:cubicBezTo>
                <a:cubicBezTo>
                  <a:pt x="385" y="626"/>
                  <a:pt x="385" y="626"/>
                  <a:pt x="385" y="626"/>
                </a:cubicBezTo>
                <a:cubicBezTo>
                  <a:pt x="402" y="610"/>
                  <a:pt x="402" y="610"/>
                  <a:pt x="402" y="610"/>
                </a:cubicBezTo>
                <a:cubicBezTo>
                  <a:pt x="402" y="602"/>
                  <a:pt x="402" y="602"/>
                  <a:pt x="402" y="593"/>
                </a:cubicBezTo>
                <a:cubicBezTo>
                  <a:pt x="393" y="593"/>
                  <a:pt x="376" y="585"/>
                  <a:pt x="376" y="585"/>
                </a:cubicBezTo>
                <a:cubicBezTo>
                  <a:pt x="368" y="560"/>
                  <a:pt x="368" y="560"/>
                  <a:pt x="368" y="560"/>
                </a:cubicBezTo>
                <a:cubicBezTo>
                  <a:pt x="393" y="518"/>
                  <a:pt x="393" y="518"/>
                  <a:pt x="393" y="518"/>
                </a:cubicBezTo>
                <a:cubicBezTo>
                  <a:pt x="410" y="510"/>
                  <a:pt x="410" y="510"/>
                  <a:pt x="410" y="510"/>
                </a:cubicBezTo>
                <a:lnTo>
                  <a:pt x="427" y="518"/>
                </a:lnTo>
                <a:cubicBezTo>
                  <a:pt x="435" y="518"/>
                  <a:pt x="443" y="518"/>
                  <a:pt x="443" y="510"/>
                </a:cubicBezTo>
                <a:cubicBezTo>
                  <a:pt x="443" y="501"/>
                  <a:pt x="443" y="484"/>
                  <a:pt x="443" y="484"/>
                </a:cubicBezTo>
                <a:cubicBezTo>
                  <a:pt x="460" y="468"/>
                  <a:pt x="460" y="468"/>
                  <a:pt x="460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19" y="484"/>
                  <a:pt x="519" y="484"/>
                  <a:pt x="519" y="484"/>
                </a:cubicBezTo>
                <a:cubicBezTo>
                  <a:pt x="519" y="484"/>
                  <a:pt x="519" y="493"/>
                  <a:pt x="519" y="501"/>
                </a:cubicBezTo>
                <a:cubicBezTo>
                  <a:pt x="527" y="501"/>
                  <a:pt x="535" y="510"/>
                  <a:pt x="544" y="510"/>
                </a:cubicBezTo>
                <a:cubicBezTo>
                  <a:pt x="552" y="493"/>
                  <a:pt x="552" y="493"/>
                  <a:pt x="552" y="493"/>
                </a:cubicBezTo>
                <a:cubicBezTo>
                  <a:pt x="577" y="493"/>
                  <a:pt x="577" y="493"/>
                  <a:pt x="577" y="493"/>
                </a:cubicBezTo>
                <a:cubicBezTo>
                  <a:pt x="611" y="535"/>
                  <a:pt x="611" y="535"/>
                  <a:pt x="611" y="535"/>
                </a:cubicBezTo>
                <a:cubicBezTo>
                  <a:pt x="611" y="551"/>
                  <a:pt x="611" y="551"/>
                  <a:pt x="611" y="551"/>
                </a:cubicBezTo>
                <a:lnTo>
                  <a:pt x="594" y="568"/>
                </a:lnTo>
                <a:cubicBezTo>
                  <a:pt x="594" y="576"/>
                  <a:pt x="594" y="576"/>
                  <a:pt x="594" y="585"/>
                </a:cubicBezTo>
                <a:cubicBezTo>
                  <a:pt x="602" y="585"/>
                  <a:pt x="619" y="602"/>
                  <a:pt x="619" y="602"/>
                </a:cubicBezTo>
                <a:cubicBezTo>
                  <a:pt x="619" y="618"/>
                  <a:pt x="619" y="618"/>
                  <a:pt x="619" y="618"/>
                </a:cubicBezTo>
                <a:lnTo>
                  <a:pt x="594" y="660"/>
                </a:lnTo>
                <a:close/>
                <a:moveTo>
                  <a:pt x="594" y="660"/>
                </a:moveTo>
                <a:lnTo>
                  <a:pt x="594" y="6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82843" tIns="91422" rIns="182843" bIns="91422" anchor="ctr"/>
          <a:lstStyle/>
          <a:p>
            <a:pPr>
              <a:defRPr/>
            </a:pPr>
            <a:endParaRPr 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6" name="Google Shape;14691;p74">
            <a:extLst>
              <a:ext uri="{FF2B5EF4-FFF2-40B4-BE49-F238E27FC236}">
                <a16:creationId xmlns:a16="http://schemas.microsoft.com/office/drawing/2014/main" id="{C9CFE975-A72F-F7BE-D469-BCEE07341EF7}"/>
              </a:ext>
            </a:extLst>
          </p:cNvPr>
          <p:cNvGrpSpPr/>
          <p:nvPr/>
        </p:nvGrpSpPr>
        <p:grpSpPr>
          <a:xfrm>
            <a:off x="339391" y="3058719"/>
            <a:ext cx="1139009" cy="1039285"/>
            <a:chOff x="1989911" y="2306065"/>
            <a:chExt cx="387099" cy="353207"/>
          </a:xfrm>
        </p:grpSpPr>
        <p:sp>
          <p:nvSpPr>
            <p:cNvPr id="7" name="Google Shape;14692;p74">
              <a:extLst>
                <a:ext uri="{FF2B5EF4-FFF2-40B4-BE49-F238E27FC236}">
                  <a16:creationId xmlns:a16="http://schemas.microsoft.com/office/drawing/2014/main" id="{5CF8DBDE-7D3C-0AB3-F13F-C1BF1C9914BE}"/>
                </a:ext>
              </a:extLst>
            </p:cNvPr>
            <p:cNvSpPr/>
            <p:nvPr/>
          </p:nvSpPr>
          <p:spPr>
            <a:xfrm>
              <a:off x="2110003" y="2555181"/>
              <a:ext cx="146916" cy="88775"/>
            </a:xfrm>
            <a:custGeom>
              <a:avLst/>
              <a:gdLst/>
              <a:ahLst/>
              <a:cxnLst/>
              <a:rect l="l" t="t" r="r" b="b"/>
              <a:pathLst>
                <a:path w="5592" h="3379" extrusionOk="0">
                  <a:moveTo>
                    <a:pt x="2796" y="1"/>
                  </a:moveTo>
                  <a:lnTo>
                    <a:pt x="576" y="986"/>
                  </a:lnTo>
                  <a:lnTo>
                    <a:pt x="1" y="2879"/>
                  </a:lnTo>
                  <a:lnTo>
                    <a:pt x="1298" y="3108"/>
                  </a:lnTo>
                  <a:lnTo>
                    <a:pt x="2865" y="3379"/>
                  </a:lnTo>
                  <a:lnTo>
                    <a:pt x="5591" y="2879"/>
                  </a:lnTo>
                  <a:lnTo>
                    <a:pt x="5238" y="1714"/>
                  </a:lnTo>
                  <a:lnTo>
                    <a:pt x="5016" y="986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" name="Google Shape;14693;p74">
              <a:extLst>
                <a:ext uri="{FF2B5EF4-FFF2-40B4-BE49-F238E27FC236}">
                  <a16:creationId xmlns:a16="http://schemas.microsoft.com/office/drawing/2014/main" id="{2AAF2D6B-8CEE-94AD-AACA-ACBD05A1D8F8}"/>
                </a:ext>
              </a:extLst>
            </p:cNvPr>
            <p:cNvSpPr/>
            <p:nvPr/>
          </p:nvSpPr>
          <p:spPr>
            <a:xfrm>
              <a:off x="2110003" y="2555181"/>
              <a:ext cx="137615" cy="81681"/>
            </a:xfrm>
            <a:custGeom>
              <a:avLst/>
              <a:gdLst/>
              <a:ahLst/>
              <a:cxnLst/>
              <a:rect l="l" t="t" r="r" b="b"/>
              <a:pathLst>
                <a:path w="5238" h="3109" extrusionOk="0">
                  <a:moveTo>
                    <a:pt x="2796" y="1"/>
                  </a:moveTo>
                  <a:lnTo>
                    <a:pt x="583" y="986"/>
                  </a:lnTo>
                  <a:lnTo>
                    <a:pt x="1" y="2879"/>
                  </a:lnTo>
                  <a:lnTo>
                    <a:pt x="1298" y="3108"/>
                  </a:lnTo>
                  <a:lnTo>
                    <a:pt x="1561" y="1714"/>
                  </a:lnTo>
                  <a:lnTo>
                    <a:pt x="5238" y="1714"/>
                  </a:lnTo>
                  <a:lnTo>
                    <a:pt x="5016" y="986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" name="Google Shape;14694;p74">
              <a:extLst>
                <a:ext uri="{FF2B5EF4-FFF2-40B4-BE49-F238E27FC236}">
                  <a16:creationId xmlns:a16="http://schemas.microsoft.com/office/drawing/2014/main" id="{88498977-3257-B86A-A771-6E6A28759345}"/>
                </a:ext>
              </a:extLst>
            </p:cNvPr>
            <p:cNvSpPr/>
            <p:nvPr/>
          </p:nvSpPr>
          <p:spPr>
            <a:xfrm>
              <a:off x="1989911" y="2306065"/>
              <a:ext cx="387099" cy="275021"/>
            </a:xfrm>
            <a:custGeom>
              <a:avLst/>
              <a:gdLst/>
              <a:ahLst/>
              <a:cxnLst/>
              <a:rect l="l" t="t" r="r" b="b"/>
              <a:pathLst>
                <a:path w="14734" h="10468" extrusionOk="0">
                  <a:moveTo>
                    <a:pt x="1215" y="1"/>
                  </a:moveTo>
                  <a:cubicBezTo>
                    <a:pt x="542" y="1"/>
                    <a:pt x="1" y="549"/>
                    <a:pt x="1" y="1222"/>
                  </a:cubicBezTo>
                  <a:lnTo>
                    <a:pt x="1" y="9247"/>
                  </a:lnTo>
                  <a:cubicBezTo>
                    <a:pt x="1" y="9920"/>
                    <a:pt x="542" y="10468"/>
                    <a:pt x="1215" y="10468"/>
                  </a:cubicBezTo>
                  <a:lnTo>
                    <a:pt x="13513" y="10468"/>
                  </a:lnTo>
                  <a:cubicBezTo>
                    <a:pt x="14185" y="10468"/>
                    <a:pt x="14733" y="9920"/>
                    <a:pt x="14733" y="9247"/>
                  </a:cubicBezTo>
                  <a:lnTo>
                    <a:pt x="14733" y="1222"/>
                  </a:lnTo>
                  <a:cubicBezTo>
                    <a:pt x="14733" y="549"/>
                    <a:pt x="14185" y="1"/>
                    <a:pt x="1351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" name="Google Shape;14695;p74">
              <a:extLst>
                <a:ext uri="{FF2B5EF4-FFF2-40B4-BE49-F238E27FC236}">
                  <a16:creationId xmlns:a16="http://schemas.microsoft.com/office/drawing/2014/main" id="{29E8FBEA-99E4-40F0-34FF-A5030FBA25EF}"/>
                </a:ext>
              </a:extLst>
            </p:cNvPr>
            <p:cNvSpPr/>
            <p:nvPr/>
          </p:nvSpPr>
          <p:spPr>
            <a:xfrm>
              <a:off x="2021438" y="2337723"/>
              <a:ext cx="324045" cy="193628"/>
            </a:xfrm>
            <a:custGeom>
              <a:avLst/>
              <a:gdLst/>
              <a:ahLst/>
              <a:cxnLst/>
              <a:rect l="l" t="t" r="r" b="b"/>
              <a:pathLst>
                <a:path w="12334" h="7370" extrusionOk="0">
                  <a:moveTo>
                    <a:pt x="12320" y="1"/>
                  </a:moveTo>
                  <a:cubicBezTo>
                    <a:pt x="12318" y="1"/>
                    <a:pt x="12315" y="2"/>
                    <a:pt x="12313" y="3"/>
                  </a:cubicBezTo>
                  <a:lnTo>
                    <a:pt x="15" y="3"/>
                  </a:lnTo>
                  <a:cubicBezTo>
                    <a:pt x="8" y="3"/>
                    <a:pt x="1" y="10"/>
                    <a:pt x="1" y="17"/>
                  </a:cubicBezTo>
                  <a:lnTo>
                    <a:pt x="1" y="7369"/>
                  </a:lnTo>
                  <a:lnTo>
                    <a:pt x="12333" y="7369"/>
                  </a:lnTo>
                  <a:lnTo>
                    <a:pt x="12333" y="17"/>
                  </a:lnTo>
                  <a:cubicBezTo>
                    <a:pt x="12333" y="11"/>
                    <a:pt x="12329" y="1"/>
                    <a:pt x="1232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" name="Google Shape;14696;p74">
              <a:extLst>
                <a:ext uri="{FF2B5EF4-FFF2-40B4-BE49-F238E27FC236}">
                  <a16:creationId xmlns:a16="http://schemas.microsoft.com/office/drawing/2014/main" id="{A495D12A-4A2F-99BE-3415-7AEC6A15C531}"/>
                </a:ext>
              </a:extLst>
            </p:cNvPr>
            <p:cNvSpPr/>
            <p:nvPr/>
          </p:nvSpPr>
          <p:spPr>
            <a:xfrm>
              <a:off x="2327224" y="2337776"/>
              <a:ext cx="18259" cy="193576"/>
            </a:xfrm>
            <a:custGeom>
              <a:avLst/>
              <a:gdLst/>
              <a:ahLst/>
              <a:cxnLst/>
              <a:rect l="l" t="t" r="r" b="b"/>
              <a:pathLst>
                <a:path w="695" h="7368" extrusionOk="0">
                  <a:moveTo>
                    <a:pt x="1" y="1"/>
                  </a:moveTo>
                  <a:cubicBezTo>
                    <a:pt x="1" y="8"/>
                    <a:pt x="1" y="8"/>
                    <a:pt x="1" y="15"/>
                  </a:cubicBezTo>
                  <a:lnTo>
                    <a:pt x="1" y="7367"/>
                  </a:lnTo>
                  <a:lnTo>
                    <a:pt x="694" y="7367"/>
                  </a:lnTo>
                  <a:lnTo>
                    <a:pt x="694" y="15"/>
                  </a:lnTo>
                  <a:cubicBezTo>
                    <a:pt x="694" y="8"/>
                    <a:pt x="694" y="8"/>
                    <a:pt x="69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" name="Google Shape;14697;p74">
              <a:extLst>
                <a:ext uri="{FF2B5EF4-FFF2-40B4-BE49-F238E27FC236}">
                  <a16:creationId xmlns:a16="http://schemas.microsoft.com/office/drawing/2014/main" id="{087C1ACF-CD39-F353-F7BC-6DE0A8011A37}"/>
                </a:ext>
              </a:extLst>
            </p:cNvPr>
            <p:cNvSpPr/>
            <p:nvPr/>
          </p:nvSpPr>
          <p:spPr>
            <a:xfrm>
              <a:off x="2069543" y="2630819"/>
              <a:ext cx="227651" cy="28453"/>
            </a:xfrm>
            <a:custGeom>
              <a:avLst/>
              <a:gdLst/>
              <a:ahLst/>
              <a:cxnLst/>
              <a:rect l="l" t="t" r="r" b="b"/>
              <a:pathLst>
                <a:path w="8665" h="1083" extrusionOk="0">
                  <a:moveTo>
                    <a:pt x="542" y="0"/>
                  </a:moveTo>
                  <a:cubicBezTo>
                    <a:pt x="244" y="0"/>
                    <a:pt x="1" y="243"/>
                    <a:pt x="1" y="541"/>
                  </a:cubicBezTo>
                  <a:cubicBezTo>
                    <a:pt x="1" y="839"/>
                    <a:pt x="244" y="1082"/>
                    <a:pt x="542" y="1082"/>
                  </a:cubicBezTo>
                  <a:lnTo>
                    <a:pt x="8123" y="1082"/>
                  </a:lnTo>
                  <a:cubicBezTo>
                    <a:pt x="8421" y="1082"/>
                    <a:pt x="8664" y="839"/>
                    <a:pt x="8664" y="541"/>
                  </a:cubicBezTo>
                  <a:cubicBezTo>
                    <a:pt x="8664" y="243"/>
                    <a:pt x="8421" y="0"/>
                    <a:pt x="812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" name="Google Shape;14698;p74">
              <a:extLst>
                <a:ext uri="{FF2B5EF4-FFF2-40B4-BE49-F238E27FC236}">
                  <a16:creationId xmlns:a16="http://schemas.microsoft.com/office/drawing/2014/main" id="{E707F39C-035D-EC5A-B8E0-B72F06172ABC}"/>
                </a:ext>
              </a:extLst>
            </p:cNvPr>
            <p:cNvSpPr/>
            <p:nvPr/>
          </p:nvSpPr>
          <p:spPr>
            <a:xfrm>
              <a:off x="2175237" y="2549191"/>
              <a:ext cx="14975" cy="11849"/>
            </a:xfrm>
            <a:custGeom>
              <a:avLst/>
              <a:gdLst/>
              <a:ahLst/>
              <a:cxnLst/>
              <a:rect l="l" t="t" r="r" b="b"/>
              <a:pathLst>
                <a:path w="570" h="451" extrusionOk="0">
                  <a:moveTo>
                    <a:pt x="312" y="0"/>
                  </a:moveTo>
                  <a:cubicBezTo>
                    <a:pt x="266" y="0"/>
                    <a:pt x="218" y="15"/>
                    <a:pt x="174" y="48"/>
                  </a:cubicBezTo>
                  <a:cubicBezTo>
                    <a:pt x="1" y="180"/>
                    <a:pt x="91" y="451"/>
                    <a:pt x="313" y="451"/>
                  </a:cubicBezTo>
                  <a:cubicBezTo>
                    <a:pt x="410" y="451"/>
                    <a:pt x="500" y="381"/>
                    <a:pt x="528" y="284"/>
                  </a:cubicBezTo>
                  <a:cubicBezTo>
                    <a:pt x="570" y="129"/>
                    <a:pt x="448" y="0"/>
                    <a:pt x="31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4" name="Group 4681">
            <a:extLst>
              <a:ext uri="{FF2B5EF4-FFF2-40B4-BE49-F238E27FC236}">
                <a16:creationId xmlns:a16="http://schemas.microsoft.com/office/drawing/2014/main" id="{6406E8BB-464B-7ABA-5056-76C27866F35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2157" y="4932992"/>
            <a:ext cx="957941" cy="1255560"/>
            <a:chOff x="4576763" y="2300287"/>
            <a:chExt cx="276225" cy="361950"/>
          </a:xfrm>
          <a:solidFill>
            <a:schemeClr val="bg1"/>
          </a:solidFill>
        </p:grpSpPr>
        <p:sp>
          <p:nvSpPr>
            <p:cNvPr id="15" name="Freeform 250">
              <a:extLst>
                <a:ext uri="{FF2B5EF4-FFF2-40B4-BE49-F238E27FC236}">
                  <a16:creationId xmlns:a16="http://schemas.microsoft.com/office/drawing/2014/main" id="{5AEAA51A-7264-BD8B-EAF7-A325C74F5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763" y="2541587"/>
              <a:ext cx="120650" cy="120650"/>
            </a:xfrm>
            <a:custGeom>
              <a:avLst/>
              <a:gdLst>
                <a:gd name="T0" fmla="*/ 92 w 336"/>
                <a:gd name="T1" fmla="*/ 0 h 336"/>
                <a:gd name="T2" fmla="*/ 0 w 336"/>
                <a:gd name="T3" fmla="*/ 243 h 336"/>
                <a:gd name="T4" fmla="*/ 159 w 336"/>
                <a:gd name="T5" fmla="*/ 193 h 336"/>
                <a:gd name="T6" fmla="*/ 251 w 336"/>
                <a:gd name="T7" fmla="*/ 335 h 336"/>
                <a:gd name="T8" fmla="*/ 335 w 336"/>
                <a:gd name="T9" fmla="*/ 84 h 336"/>
                <a:gd name="T10" fmla="*/ 251 w 336"/>
                <a:gd name="T11" fmla="*/ 9 h 336"/>
                <a:gd name="T12" fmla="*/ 92 w 336"/>
                <a:gd name="T13" fmla="*/ 0 h 336"/>
                <a:gd name="T14" fmla="*/ 92 w 336"/>
                <a:gd name="T15" fmla="*/ 0 h 336"/>
                <a:gd name="T16" fmla="*/ 92 w 336"/>
                <a:gd name="T17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6" h="336">
                  <a:moveTo>
                    <a:pt x="92" y="0"/>
                  </a:moveTo>
                  <a:lnTo>
                    <a:pt x="0" y="243"/>
                  </a:lnTo>
                  <a:lnTo>
                    <a:pt x="159" y="193"/>
                  </a:lnTo>
                  <a:lnTo>
                    <a:pt x="251" y="335"/>
                  </a:lnTo>
                  <a:lnTo>
                    <a:pt x="335" y="84"/>
                  </a:lnTo>
                  <a:lnTo>
                    <a:pt x="251" y="9"/>
                  </a:lnTo>
                  <a:lnTo>
                    <a:pt x="92" y="0"/>
                  </a:lnTo>
                  <a:close/>
                  <a:moveTo>
                    <a:pt x="92" y="0"/>
                  </a:moveTo>
                  <a:lnTo>
                    <a:pt x="92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" name="Freeform 251">
              <a:extLst>
                <a:ext uri="{FF2B5EF4-FFF2-40B4-BE49-F238E27FC236}">
                  <a16:creationId xmlns:a16="http://schemas.microsoft.com/office/drawing/2014/main" id="{509CD7F0-EC81-6F02-EA90-07B325CF1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763" y="2541587"/>
              <a:ext cx="120650" cy="120650"/>
            </a:xfrm>
            <a:custGeom>
              <a:avLst/>
              <a:gdLst>
                <a:gd name="T0" fmla="*/ 92 w 336"/>
                <a:gd name="T1" fmla="*/ 0 h 336"/>
                <a:gd name="T2" fmla="*/ 0 w 336"/>
                <a:gd name="T3" fmla="*/ 243 h 336"/>
                <a:gd name="T4" fmla="*/ 159 w 336"/>
                <a:gd name="T5" fmla="*/ 193 h 336"/>
                <a:gd name="T6" fmla="*/ 251 w 336"/>
                <a:gd name="T7" fmla="*/ 335 h 336"/>
                <a:gd name="T8" fmla="*/ 335 w 336"/>
                <a:gd name="T9" fmla="*/ 84 h 336"/>
                <a:gd name="T10" fmla="*/ 251 w 336"/>
                <a:gd name="T11" fmla="*/ 9 h 336"/>
                <a:gd name="T12" fmla="*/ 92 w 336"/>
                <a:gd name="T13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336">
                  <a:moveTo>
                    <a:pt x="92" y="0"/>
                  </a:moveTo>
                  <a:lnTo>
                    <a:pt x="0" y="243"/>
                  </a:lnTo>
                  <a:lnTo>
                    <a:pt x="159" y="193"/>
                  </a:lnTo>
                  <a:lnTo>
                    <a:pt x="251" y="335"/>
                  </a:lnTo>
                  <a:lnTo>
                    <a:pt x="335" y="84"/>
                  </a:lnTo>
                  <a:lnTo>
                    <a:pt x="251" y="9"/>
                  </a:lnTo>
                  <a:lnTo>
                    <a:pt x="92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Freeform 252">
              <a:extLst>
                <a:ext uri="{FF2B5EF4-FFF2-40B4-BE49-F238E27FC236}">
                  <a16:creationId xmlns:a16="http://schemas.microsoft.com/office/drawing/2014/main" id="{9454645C-9803-DAB7-F547-2A5C44DD5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100" y="2541587"/>
              <a:ext cx="1588" cy="1587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" name="Freeform 253">
              <a:extLst>
                <a:ext uri="{FF2B5EF4-FFF2-40B4-BE49-F238E27FC236}">
                  <a16:creationId xmlns:a16="http://schemas.microsoft.com/office/drawing/2014/main" id="{85E9C7C4-C23E-D15C-160D-C7DDCD73F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338" y="2541587"/>
              <a:ext cx="120650" cy="120650"/>
            </a:xfrm>
            <a:custGeom>
              <a:avLst/>
              <a:gdLst>
                <a:gd name="T0" fmla="*/ 251 w 336"/>
                <a:gd name="T1" fmla="*/ 0 h 336"/>
                <a:gd name="T2" fmla="*/ 84 w 336"/>
                <a:gd name="T3" fmla="*/ 9 h 336"/>
                <a:gd name="T4" fmla="*/ 0 w 336"/>
                <a:gd name="T5" fmla="*/ 84 h 336"/>
                <a:gd name="T6" fmla="*/ 92 w 336"/>
                <a:gd name="T7" fmla="*/ 335 h 336"/>
                <a:gd name="T8" fmla="*/ 176 w 336"/>
                <a:gd name="T9" fmla="*/ 193 h 336"/>
                <a:gd name="T10" fmla="*/ 335 w 336"/>
                <a:gd name="T11" fmla="*/ 243 h 336"/>
                <a:gd name="T12" fmla="*/ 251 w 336"/>
                <a:gd name="T13" fmla="*/ 0 h 336"/>
                <a:gd name="T14" fmla="*/ 251 w 336"/>
                <a:gd name="T15" fmla="*/ 0 h 336"/>
                <a:gd name="T16" fmla="*/ 251 w 336"/>
                <a:gd name="T17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6" h="336">
                  <a:moveTo>
                    <a:pt x="251" y="0"/>
                  </a:moveTo>
                  <a:lnTo>
                    <a:pt x="84" y="9"/>
                  </a:lnTo>
                  <a:lnTo>
                    <a:pt x="0" y="84"/>
                  </a:lnTo>
                  <a:lnTo>
                    <a:pt x="92" y="335"/>
                  </a:lnTo>
                  <a:lnTo>
                    <a:pt x="176" y="193"/>
                  </a:lnTo>
                  <a:lnTo>
                    <a:pt x="335" y="243"/>
                  </a:lnTo>
                  <a:lnTo>
                    <a:pt x="251" y="0"/>
                  </a:lnTo>
                  <a:close/>
                  <a:moveTo>
                    <a:pt x="251" y="0"/>
                  </a:moveTo>
                  <a:lnTo>
                    <a:pt x="251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" name="Freeform 254">
              <a:extLst>
                <a:ext uri="{FF2B5EF4-FFF2-40B4-BE49-F238E27FC236}">
                  <a16:creationId xmlns:a16="http://schemas.microsoft.com/office/drawing/2014/main" id="{AA723518-8094-30F3-BAA7-52A169B6E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338" y="2541587"/>
              <a:ext cx="120650" cy="120650"/>
            </a:xfrm>
            <a:custGeom>
              <a:avLst/>
              <a:gdLst>
                <a:gd name="T0" fmla="*/ 251 w 336"/>
                <a:gd name="T1" fmla="*/ 0 h 336"/>
                <a:gd name="T2" fmla="*/ 84 w 336"/>
                <a:gd name="T3" fmla="*/ 9 h 336"/>
                <a:gd name="T4" fmla="*/ 0 w 336"/>
                <a:gd name="T5" fmla="*/ 84 h 336"/>
                <a:gd name="T6" fmla="*/ 92 w 336"/>
                <a:gd name="T7" fmla="*/ 335 h 336"/>
                <a:gd name="T8" fmla="*/ 176 w 336"/>
                <a:gd name="T9" fmla="*/ 193 h 336"/>
                <a:gd name="T10" fmla="*/ 335 w 336"/>
                <a:gd name="T11" fmla="*/ 243 h 336"/>
                <a:gd name="T12" fmla="*/ 251 w 336"/>
                <a:gd name="T13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336">
                  <a:moveTo>
                    <a:pt x="251" y="0"/>
                  </a:moveTo>
                  <a:lnTo>
                    <a:pt x="84" y="9"/>
                  </a:lnTo>
                  <a:lnTo>
                    <a:pt x="0" y="84"/>
                  </a:lnTo>
                  <a:lnTo>
                    <a:pt x="92" y="335"/>
                  </a:lnTo>
                  <a:lnTo>
                    <a:pt x="176" y="193"/>
                  </a:lnTo>
                  <a:lnTo>
                    <a:pt x="335" y="243"/>
                  </a:lnTo>
                  <a:lnTo>
                    <a:pt x="251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2" name="Freeform 255">
              <a:extLst>
                <a:ext uri="{FF2B5EF4-FFF2-40B4-BE49-F238E27FC236}">
                  <a16:creationId xmlns:a16="http://schemas.microsoft.com/office/drawing/2014/main" id="{C294E318-98B6-4A58-FAA3-FA2E5E70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825" y="2541587"/>
              <a:ext cx="1588" cy="1587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7" name="Freeform 256">
              <a:extLst>
                <a:ext uri="{FF2B5EF4-FFF2-40B4-BE49-F238E27FC236}">
                  <a16:creationId xmlns:a16="http://schemas.microsoft.com/office/drawing/2014/main" id="{24D01C67-87F1-7ED9-5536-E1533B259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6288" y="2300287"/>
              <a:ext cx="261937" cy="258762"/>
            </a:xfrm>
            <a:custGeom>
              <a:avLst/>
              <a:gdLst>
                <a:gd name="T0" fmla="*/ 618 w 728"/>
                <a:gd name="T1" fmla="*/ 619 h 720"/>
                <a:gd name="T2" fmla="*/ 627 w 728"/>
                <a:gd name="T3" fmla="*/ 469 h 720"/>
                <a:gd name="T4" fmla="*/ 727 w 728"/>
                <a:gd name="T5" fmla="*/ 360 h 720"/>
                <a:gd name="T6" fmla="*/ 627 w 728"/>
                <a:gd name="T7" fmla="*/ 251 h 720"/>
                <a:gd name="T8" fmla="*/ 618 w 728"/>
                <a:gd name="T9" fmla="*/ 101 h 720"/>
                <a:gd name="T10" fmla="*/ 468 w 728"/>
                <a:gd name="T11" fmla="*/ 92 h 720"/>
                <a:gd name="T12" fmla="*/ 359 w 728"/>
                <a:gd name="T13" fmla="*/ 0 h 720"/>
                <a:gd name="T14" fmla="*/ 250 w 728"/>
                <a:gd name="T15" fmla="*/ 92 h 720"/>
                <a:gd name="T16" fmla="*/ 100 w 728"/>
                <a:gd name="T17" fmla="*/ 101 h 720"/>
                <a:gd name="T18" fmla="*/ 92 w 728"/>
                <a:gd name="T19" fmla="*/ 251 h 720"/>
                <a:gd name="T20" fmla="*/ 0 w 728"/>
                <a:gd name="T21" fmla="*/ 360 h 720"/>
                <a:gd name="T22" fmla="*/ 92 w 728"/>
                <a:gd name="T23" fmla="*/ 469 h 720"/>
                <a:gd name="T24" fmla="*/ 100 w 728"/>
                <a:gd name="T25" fmla="*/ 619 h 720"/>
                <a:gd name="T26" fmla="*/ 250 w 728"/>
                <a:gd name="T27" fmla="*/ 628 h 720"/>
                <a:gd name="T28" fmla="*/ 359 w 728"/>
                <a:gd name="T29" fmla="*/ 719 h 720"/>
                <a:gd name="T30" fmla="*/ 468 w 728"/>
                <a:gd name="T31" fmla="*/ 628 h 720"/>
                <a:gd name="T32" fmla="*/ 618 w 728"/>
                <a:gd name="T33" fmla="*/ 619 h 720"/>
                <a:gd name="T34" fmla="*/ 359 w 728"/>
                <a:gd name="T35" fmla="*/ 561 h 720"/>
                <a:gd name="T36" fmla="*/ 159 w 728"/>
                <a:gd name="T37" fmla="*/ 360 h 720"/>
                <a:gd name="T38" fmla="*/ 359 w 728"/>
                <a:gd name="T39" fmla="*/ 159 h 720"/>
                <a:gd name="T40" fmla="*/ 560 w 728"/>
                <a:gd name="T41" fmla="*/ 360 h 720"/>
                <a:gd name="T42" fmla="*/ 359 w 728"/>
                <a:gd name="T43" fmla="*/ 561 h 720"/>
                <a:gd name="T44" fmla="*/ 359 w 728"/>
                <a:gd name="T45" fmla="*/ 561 h 720"/>
                <a:gd name="T46" fmla="*/ 359 w 728"/>
                <a:gd name="T47" fmla="*/ 561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8" h="720">
                  <a:moveTo>
                    <a:pt x="618" y="619"/>
                  </a:moveTo>
                  <a:cubicBezTo>
                    <a:pt x="627" y="469"/>
                    <a:pt x="627" y="469"/>
                    <a:pt x="627" y="469"/>
                  </a:cubicBezTo>
                  <a:cubicBezTo>
                    <a:pt x="727" y="360"/>
                    <a:pt x="727" y="360"/>
                    <a:pt x="727" y="360"/>
                  </a:cubicBezTo>
                  <a:cubicBezTo>
                    <a:pt x="627" y="251"/>
                    <a:pt x="627" y="251"/>
                    <a:pt x="627" y="251"/>
                  </a:cubicBezTo>
                  <a:cubicBezTo>
                    <a:pt x="618" y="101"/>
                    <a:pt x="618" y="101"/>
                    <a:pt x="618" y="101"/>
                  </a:cubicBezTo>
                  <a:cubicBezTo>
                    <a:pt x="468" y="92"/>
                    <a:pt x="468" y="92"/>
                    <a:pt x="468" y="92"/>
                  </a:cubicBezTo>
                  <a:cubicBezTo>
                    <a:pt x="359" y="0"/>
                    <a:pt x="359" y="0"/>
                    <a:pt x="359" y="0"/>
                  </a:cubicBezTo>
                  <a:cubicBezTo>
                    <a:pt x="250" y="92"/>
                    <a:pt x="250" y="92"/>
                    <a:pt x="250" y="92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92" y="251"/>
                    <a:pt x="92" y="251"/>
                    <a:pt x="92" y="251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92" y="469"/>
                    <a:pt x="92" y="469"/>
                    <a:pt x="92" y="469"/>
                  </a:cubicBezTo>
                  <a:cubicBezTo>
                    <a:pt x="100" y="619"/>
                    <a:pt x="100" y="619"/>
                    <a:pt x="100" y="619"/>
                  </a:cubicBezTo>
                  <a:cubicBezTo>
                    <a:pt x="250" y="628"/>
                    <a:pt x="250" y="628"/>
                    <a:pt x="250" y="628"/>
                  </a:cubicBezTo>
                  <a:cubicBezTo>
                    <a:pt x="359" y="719"/>
                    <a:pt x="359" y="719"/>
                    <a:pt x="359" y="719"/>
                  </a:cubicBezTo>
                  <a:cubicBezTo>
                    <a:pt x="468" y="628"/>
                    <a:pt x="468" y="628"/>
                    <a:pt x="468" y="628"/>
                  </a:cubicBezTo>
                  <a:lnTo>
                    <a:pt x="618" y="619"/>
                  </a:lnTo>
                  <a:close/>
                  <a:moveTo>
                    <a:pt x="359" y="561"/>
                  </a:moveTo>
                  <a:cubicBezTo>
                    <a:pt x="250" y="561"/>
                    <a:pt x="159" y="469"/>
                    <a:pt x="159" y="360"/>
                  </a:cubicBezTo>
                  <a:cubicBezTo>
                    <a:pt x="159" y="243"/>
                    <a:pt x="250" y="159"/>
                    <a:pt x="359" y="159"/>
                  </a:cubicBezTo>
                  <a:cubicBezTo>
                    <a:pt x="468" y="159"/>
                    <a:pt x="560" y="243"/>
                    <a:pt x="560" y="360"/>
                  </a:cubicBezTo>
                  <a:cubicBezTo>
                    <a:pt x="560" y="469"/>
                    <a:pt x="468" y="561"/>
                    <a:pt x="359" y="561"/>
                  </a:cubicBezTo>
                  <a:close/>
                  <a:moveTo>
                    <a:pt x="359" y="561"/>
                  </a:moveTo>
                  <a:lnTo>
                    <a:pt x="359" y="561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8" name="Freeform 257">
              <a:extLst>
                <a:ext uri="{FF2B5EF4-FFF2-40B4-BE49-F238E27FC236}">
                  <a16:creationId xmlns:a16="http://schemas.microsoft.com/office/drawing/2014/main" id="{4605A33B-439F-375C-ED2D-749114146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1063" y="2387599"/>
              <a:ext cx="36512" cy="80963"/>
            </a:xfrm>
            <a:custGeom>
              <a:avLst/>
              <a:gdLst>
                <a:gd name="T0" fmla="*/ 0 w 102"/>
                <a:gd name="T1" fmla="*/ 33 h 227"/>
                <a:gd name="T2" fmla="*/ 9 w 102"/>
                <a:gd name="T3" fmla="*/ 67 h 227"/>
                <a:gd name="T4" fmla="*/ 50 w 102"/>
                <a:gd name="T5" fmla="*/ 50 h 227"/>
                <a:gd name="T6" fmla="*/ 50 w 102"/>
                <a:gd name="T7" fmla="*/ 226 h 227"/>
                <a:gd name="T8" fmla="*/ 101 w 102"/>
                <a:gd name="T9" fmla="*/ 226 h 227"/>
                <a:gd name="T10" fmla="*/ 101 w 102"/>
                <a:gd name="T11" fmla="*/ 0 h 227"/>
                <a:gd name="T12" fmla="*/ 59 w 102"/>
                <a:gd name="T13" fmla="*/ 0 h 227"/>
                <a:gd name="T14" fmla="*/ 0 w 102"/>
                <a:gd name="T15" fmla="*/ 33 h 227"/>
                <a:gd name="T16" fmla="*/ 0 w 102"/>
                <a:gd name="T17" fmla="*/ 33 h 227"/>
                <a:gd name="T18" fmla="*/ 0 w 102"/>
                <a:gd name="T19" fmla="*/ 3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2" h="227">
                  <a:moveTo>
                    <a:pt x="0" y="33"/>
                  </a:moveTo>
                  <a:lnTo>
                    <a:pt x="9" y="67"/>
                  </a:lnTo>
                  <a:lnTo>
                    <a:pt x="50" y="50"/>
                  </a:lnTo>
                  <a:lnTo>
                    <a:pt x="50" y="226"/>
                  </a:lnTo>
                  <a:lnTo>
                    <a:pt x="101" y="226"/>
                  </a:lnTo>
                  <a:lnTo>
                    <a:pt x="101" y="0"/>
                  </a:lnTo>
                  <a:lnTo>
                    <a:pt x="59" y="0"/>
                  </a:lnTo>
                  <a:lnTo>
                    <a:pt x="0" y="33"/>
                  </a:lnTo>
                  <a:close/>
                  <a:moveTo>
                    <a:pt x="0" y="33"/>
                  </a:moveTo>
                  <a:lnTo>
                    <a:pt x="0" y="3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9" name="Freeform 258">
              <a:extLst>
                <a:ext uri="{FF2B5EF4-FFF2-40B4-BE49-F238E27FC236}">
                  <a16:creationId xmlns:a16="http://schemas.microsoft.com/office/drawing/2014/main" id="{F7753DEF-9EB0-2CE4-CCF2-E77FE3090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1063" y="2387599"/>
              <a:ext cx="36512" cy="80963"/>
            </a:xfrm>
            <a:custGeom>
              <a:avLst/>
              <a:gdLst>
                <a:gd name="T0" fmla="*/ 0 w 102"/>
                <a:gd name="T1" fmla="*/ 33 h 227"/>
                <a:gd name="T2" fmla="*/ 9 w 102"/>
                <a:gd name="T3" fmla="*/ 67 h 227"/>
                <a:gd name="T4" fmla="*/ 50 w 102"/>
                <a:gd name="T5" fmla="*/ 50 h 227"/>
                <a:gd name="T6" fmla="*/ 50 w 102"/>
                <a:gd name="T7" fmla="*/ 50 h 227"/>
                <a:gd name="T8" fmla="*/ 50 w 102"/>
                <a:gd name="T9" fmla="*/ 226 h 227"/>
                <a:gd name="T10" fmla="*/ 101 w 102"/>
                <a:gd name="T11" fmla="*/ 226 h 227"/>
                <a:gd name="T12" fmla="*/ 101 w 102"/>
                <a:gd name="T13" fmla="*/ 0 h 227"/>
                <a:gd name="T14" fmla="*/ 59 w 102"/>
                <a:gd name="T15" fmla="*/ 0 h 227"/>
                <a:gd name="T16" fmla="*/ 0 w 102"/>
                <a:gd name="T17" fmla="*/ 3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227">
                  <a:moveTo>
                    <a:pt x="0" y="33"/>
                  </a:moveTo>
                  <a:lnTo>
                    <a:pt x="9" y="67"/>
                  </a:lnTo>
                  <a:lnTo>
                    <a:pt x="50" y="50"/>
                  </a:lnTo>
                  <a:lnTo>
                    <a:pt x="50" y="50"/>
                  </a:lnTo>
                  <a:lnTo>
                    <a:pt x="50" y="226"/>
                  </a:lnTo>
                  <a:lnTo>
                    <a:pt x="101" y="226"/>
                  </a:lnTo>
                  <a:lnTo>
                    <a:pt x="101" y="0"/>
                  </a:lnTo>
                  <a:lnTo>
                    <a:pt x="59" y="0"/>
                  </a:lnTo>
                  <a:lnTo>
                    <a:pt x="0" y="33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0" name="Freeform 259">
              <a:extLst>
                <a:ext uri="{FF2B5EF4-FFF2-40B4-BE49-F238E27FC236}">
                  <a16:creationId xmlns:a16="http://schemas.microsoft.com/office/drawing/2014/main" id="{1E3A35E7-7FB1-5B40-C2AB-30DC82533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1063" y="2400299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C84794C-9CDA-A6EF-7DA7-79D74581C648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5413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1" descr="999999-6D594D61">
            <a:extLst>
              <a:ext uri="{FF2B5EF4-FFF2-40B4-BE49-F238E27FC236}">
                <a16:creationId xmlns:a16="http://schemas.microsoft.com/office/drawing/2014/main" id="{1DAC4345-A391-D37A-5243-A660CA065D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>
            <a:off x="6648450" y="3682365"/>
            <a:ext cx="5524500" cy="3224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6C40CA-B0F5-CBA8-C6D2-98428920F39C}"/>
              </a:ext>
            </a:extLst>
          </p:cNvPr>
          <p:cNvSpPr txBox="1"/>
          <p:nvPr/>
        </p:nvSpPr>
        <p:spPr>
          <a:xfrm>
            <a:off x="175437" y="310773"/>
            <a:ext cx="11841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Методы автоматического реферирования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0F95F6D-CEEE-D00C-4293-C1B1BADB52C5}"/>
              </a:ext>
            </a:extLst>
          </p:cNvPr>
          <p:cNvSpPr/>
          <p:nvPr/>
        </p:nvSpPr>
        <p:spPr>
          <a:xfrm>
            <a:off x="351412" y="1255652"/>
            <a:ext cx="5053707" cy="24324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C6B915-171D-7672-DDA5-0C385C762F3F}"/>
              </a:ext>
            </a:extLst>
          </p:cNvPr>
          <p:cNvSpPr/>
          <p:nvPr/>
        </p:nvSpPr>
        <p:spPr>
          <a:xfrm>
            <a:off x="6786881" y="1255652"/>
            <a:ext cx="5053707" cy="24324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0C77AEC-17B0-677D-BDE7-DAEB6AA1D3A6}"/>
              </a:ext>
            </a:extLst>
          </p:cNvPr>
          <p:cNvSpPr/>
          <p:nvPr/>
        </p:nvSpPr>
        <p:spPr>
          <a:xfrm>
            <a:off x="3569147" y="4114799"/>
            <a:ext cx="5053707" cy="24324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E7E727-ECD6-66EB-7317-94B49ADB9D7B}"/>
              </a:ext>
            </a:extLst>
          </p:cNvPr>
          <p:cNvSpPr txBox="1"/>
          <p:nvPr/>
        </p:nvSpPr>
        <p:spPr>
          <a:xfrm>
            <a:off x="1562545" y="1504126"/>
            <a:ext cx="2631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Экстрактивные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A6FE8D-6A03-D98D-9710-0F1B17EF8599}"/>
              </a:ext>
            </a:extLst>
          </p:cNvPr>
          <p:cNvSpPr txBox="1"/>
          <p:nvPr/>
        </p:nvSpPr>
        <p:spPr>
          <a:xfrm>
            <a:off x="8053070" y="1504126"/>
            <a:ext cx="2715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Абстрактивные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D816E6-D8B5-7E90-3F6C-55A0E669B220}"/>
              </a:ext>
            </a:extLst>
          </p:cNvPr>
          <p:cNvSpPr txBox="1"/>
          <p:nvPr/>
        </p:nvSpPr>
        <p:spPr>
          <a:xfrm>
            <a:off x="5096886" y="5033020"/>
            <a:ext cx="2006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Гибридные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AD258-900E-62CB-E65E-609D2093BDA3}"/>
              </a:ext>
            </a:extLst>
          </p:cNvPr>
          <p:cNvSpPr txBox="1"/>
          <p:nvPr/>
        </p:nvSpPr>
        <p:spPr>
          <a:xfrm>
            <a:off x="804356" y="2275690"/>
            <a:ext cx="41478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Luhn,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TextRank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LexRank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LSA</a:t>
            </a:r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2BCB51-5C76-67E0-56B6-6F6F57070EB6}"/>
              </a:ext>
            </a:extLst>
          </p:cNvPr>
          <p:cNvSpPr txBox="1"/>
          <p:nvPr/>
        </p:nvSpPr>
        <p:spPr>
          <a:xfrm>
            <a:off x="7573109" y="2331635"/>
            <a:ext cx="3665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saiga_llama3_8b</a:t>
            </a:r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Arrow: Bent 29">
            <a:extLst>
              <a:ext uri="{FF2B5EF4-FFF2-40B4-BE49-F238E27FC236}">
                <a16:creationId xmlns:a16="http://schemas.microsoft.com/office/drawing/2014/main" id="{6D36E375-0A27-C745-7264-452DE328B67F}"/>
              </a:ext>
            </a:extLst>
          </p:cNvPr>
          <p:cNvSpPr/>
          <p:nvPr/>
        </p:nvSpPr>
        <p:spPr>
          <a:xfrm rot="10800000">
            <a:off x="8622852" y="3682364"/>
            <a:ext cx="805628" cy="1919984"/>
          </a:xfrm>
          <a:prstGeom prst="bentArrow">
            <a:avLst>
              <a:gd name="adj1" fmla="val 27112"/>
              <a:gd name="adj2" fmla="val 26364"/>
              <a:gd name="adj3" fmla="val 35909"/>
              <a:gd name="adj4" fmla="val 4375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1" name="Arrow: Bent 30">
            <a:extLst>
              <a:ext uri="{FF2B5EF4-FFF2-40B4-BE49-F238E27FC236}">
                <a16:creationId xmlns:a16="http://schemas.microsoft.com/office/drawing/2014/main" id="{B7626E20-050C-DB17-C09C-83BA0E61401B}"/>
              </a:ext>
            </a:extLst>
          </p:cNvPr>
          <p:cNvSpPr/>
          <p:nvPr/>
        </p:nvSpPr>
        <p:spPr>
          <a:xfrm rot="10800000" flipH="1">
            <a:off x="2763519" y="3682364"/>
            <a:ext cx="805628" cy="1919983"/>
          </a:xfrm>
          <a:prstGeom prst="bentArrow">
            <a:avLst>
              <a:gd name="adj1" fmla="val 27112"/>
              <a:gd name="adj2" fmla="val 26364"/>
              <a:gd name="adj3" fmla="val 35909"/>
              <a:gd name="adj4" fmla="val 4375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5EBAA-C417-30CF-848C-5FD6F2172DE7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9"/>
          <p:cNvSpPr txBox="1"/>
          <p:nvPr/>
        </p:nvSpPr>
        <p:spPr>
          <a:xfrm>
            <a:off x="2622443" y="2657315"/>
            <a:ext cx="6947114" cy="154337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lvl="1" algn="ctr">
              <a:lnSpc>
                <a:spcPts val="6000"/>
              </a:lnSpc>
            </a:pPr>
            <a:r>
              <a:rPr lang="ru-RU" altLang="zh-CN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+mn-lt"/>
              </a:rPr>
              <a:t>РЕАЛИЗАЦИЯ АЛГОРИТМА СУММАРИЗАЦИИ</a:t>
            </a:r>
            <a:endParaRPr lang="zh-CN" altLang="en-US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+mn-lt"/>
            </a:endParaRPr>
          </a:p>
        </p:txBody>
      </p:sp>
      <p:pic>
        <p:nvPicPr>
          <p:cNvPr id="2" name="图片 1" descr="51miz-E818107-6D594D6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 rot="9540000">
            <a:off x="-5945375" y="-907415"/>
            <a:ext cx="8521700" cy="8901430"/>
          </a:xfrm>
          <a:prstGeom prst="rect">
            <a:avLst/>
          </a:prstGeom>
        </p:spPr>
      </p:pic>
      <p:pic>
        <p:nvPicPr>
          <p:cNvPr id="3" name="图片 2" descr="51miz-E818107-6D594D6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 rot="15140164" flipH="1">
            <a:off x="9415235" y="-1021715"/>
            <a:ext cx="8521700" cy="8901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C7BC0D-E357-FE74-F43F-976FD4C65799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75CA4-45A7-6F5E-A907-26FB60BD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66">
            <a:extLst>
              <a:ext uri="{FF2B5EF4-FFF2-40B4-BE49-F238E27FC236}">
                <a16:creationId xmlns:a16="http://schemas.microsoft.com/office/drawing/2014/main" id="{DD060AD1-E399-1DB0-3AB8-6F9FADF3DBCC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B47BB18-FE5E-6DB4-A019-E0E3230D2146}"/>
              </a:ext>
            </a:extLst>
          </p:cNvPr>
          <p:cNvGrpSpPr/>
          <p:nvPr/>
        </p:nvGrpSpPr>
        <p:grpSpPr>
          <a:xfrm>
            <a:off x="365760" y="341630"/>
            <a:ext cx="11308080" cy="6167865"/>
            <a:chOff x="365760" y="341630"/>
            <a:chExt cx="11308080" cy="616786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39D80F-8F53-9264-877F-278EE7BA8537}"/>
                </a:ext>
              </a:extLst>
            </p:cNvPr>
            <p:cNvSpPr/>
            <p:nvPr/>
          </p:nvSpPr>
          <p:spPr>
            <a:xfrm>
              <a:off x="365760" y="558800"/>
              <a:ext cx="1473200" cy="1869440"/>
            </a:xfrm>
            <a:prstGeom prst="rect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B74DB01-EFB7-67D9-FA82-820626083153}"/>
                </a:ext>
              </a:extLst>
            </p:cNvPr>
            <p:cNvSpPr/>
            <p:nvPr/>
          </p:nvSpPr>
          <p:spPr>
            <a:xfrm>
              <a:off x="365760" y="4429760"/>
              <a:ext cx="1473200" cy="1869440"/>
            </a:xfrm>
            <a:prstGeom prst="rect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216C3C8-3D81-DED0-B766-F5D60957E6D0}"/>
                </a:ext>
              </a:extLst>
            </p:cNvPr>
            <p:cNvGrpSpPr/>
            <p:nvPr/>
          </p:nvGrpSpPr>
          <p:grpSpPr>
            <a:xfrm>
              <a:off x="1016000" y="3048000"/>
              <a:ext cx="172720" cy="762000"/>
              <a:chOff x="2722880" y="2255520"/>
              <a:chExt cx="172720" cy="76200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531CA9B-24AB-F4D1-3DD3-29285677F6AA}"/>
                  </a:ext>
                </a:extLst>
              </p:cNvPr>
              <p:cNvSpPr/>
              <p:nvPr/>
            </p:nvSpPr>
            <p:spPr>
              <a:xfrm>
                <a:off x="2722880" y="225552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936FBC3-89F8-246A-C54B-5D0344C6B5B3}"/>
                  </a:ext>
                </a:extLst>
              </p:cNvPr>
              <p:cNvSpPr/>
              <p:nvPr/>
            </p:nvSpPr>
            <p:spPr>
              <a:xfrm>
                <a:off x="2722880" y="255016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5B00904-AB88-3B20-BFBA-A41868B18AD5}"/>
                  </a:ext>
                </a:extLst>
              </p:cNvPr>
              <p:cNvSpPr/>
              <p:nvPr/>
            </p:nvSpPr>
            <p:spPr>
              <a:xfrm>
                <a:off x="2722880" y="284480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23B9799A-E0F7-97FB-865A-5BE6E90D2E27}"/>
                </a:ext>
              </a:extLst>
            </p:cNvPr>
            <p:cNvSpPr/>
            <p:nvPr/>
          </p:nvSpPr>
          <p:spPr>
            <a:xfrm>
              <a:off x="2194560" y="3141980"/>
              <a:ext cx="1534160" cy="57404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70135EC-24F5-9545-17A1-3882F5F91FAC}"/>
                </a:ext>
              </a:extLst>
            </p:cNvPr>
            <p:cNvGrpSpPr/>
            <p:nvPr/>
          </p:nvGrpSpPr>
          <p:grpSpPr>
            <a:xfrm>
              <a:off x="4215130" y="4429760"/>
              <a:ext cx="1473200" cy="1869440"/>
              <a:chOff x="5019040" y="558800"/>
              <a:chExt cx="1473200" cy="186944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281C042-B92D-6E07-45E0-5C66481F82FC}"/>
                  </a:ext>
                </a:extLst>
              </p:cNvPr>
              <p:cNvSpPr/>
              <p:nvPr/>
            </p:nvSpPr>
            <p:spPr>
              <a:xfrm>
                <a:off x="5019040" y="558800"/>
                <a:ext cx="1473200" cy="492760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0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чанк 1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EBF15C3-5872-5673-8F6F-A3F8B64D1F66}"/>
                  </a:ext>
                </a:extLst>
              </p:cNvPr>
              <p:cNvSpPr/>
              <p:nvPr/>
            </p:nvSpPr>
            <p:spPr>
              <a:xfrm>
                <a:off x="5019040" y="1935480"/>
                <a:ext cx="1473200" cy="492760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0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чанк </a:t>
                </a:r>
                <a:r>
                  <a:rPr lang="en-US" sz="2000" b="1" dirty="0" err="1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k</a:t>
                </a:r>
                <a:r>
                  <a:rPr lang="en-US" sz="2000" b="1" baseline="-25000" dirty="0" err="1"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n</a:t>
                </a:r>
                <a:endParaRPr lang="ru-RU" sz="20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180B417-CAC9-6A89-B23D-60CBC0B05443}"/>
                </a:ext>
              </a:extLst>
            </p:cNvPr>
            <p:cNvGrpSpPr/>
            <p:nvPr/>
          </p:nvGrpSpPr>
          <p:grpSpPr>
            <a:xfrm>
              <a:off x="4215130" y="579120"/>
              <a:ext cx="1473200" cy="1869440"/>
              <a:chOff x="5019040" y="558800"/>
              <a:chExt cx="1473200" cy="186944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16CF267-5FD6-4BEB-B2A1-9CAC8DD3A133}"/>
                  </a:ext>
                </a:extLst>
              </p:cNvPr>
              <p:cNvSpPr/>
              <p:nvPr/>
            </p:nvSpPr>
            <p:spPr>
              <a:xfrm>
                <a:off x="5019040" y="558800"/>
                <a:ext cx="1473200" cy="492760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0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чанк 1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E95CFDD-021A-E0A2-A637-8F9ABDF63144}"/>
                  </a:ext>
                </a:extLst>
              </p:cNvPr>
              <p:cNvSpPr/>
              <p:nvPr/>
            </p:nvSpPr>
            <p:spPr>
              <a:xfrm>
                <a:off x="5019040" y="1935480"/>
                <a:ext cx="1473200" cy="492760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0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чанк </a:t>
                </a:r>
                <a:r>
                  <a:rPr lang="en-US" sz="1800" b="1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k</a:t>
                </a:r>
                <a:r>
                  <a:rPr lang="ru-RU" sz="1800" b="1" baseline="-250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1</a:t>
                </a:r>
                <a:endParaRPr lang="ru-RU" sz="20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46224C1-1AAB-43EA-E394-410F79A77942}"/>
                </a:ext>
              </a:extLst>
            </p:cNvPr>
            <p:cNvGrpSpPr/>
            <p:nvPr/>
          </p:nvGrpSpPr>
          <p:grpSpPr>
            <a:xfrm>
              <a:off x="4860402" y="3044562"/>
              <a:ext cx="172720" cy="762000"/>
              <a:chOff x="2722880" y="2255520"/>
              <a:chExt cx="172720" cy="762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9F2DA42-C190-AD2F-D9D0-E87D4C7867EA}"/>
                  </a:ext>
                </a:extLst>
              </p:cNvPr>
              <p:cNvSpPr/>
              <p:nvPr/>
            </p:nvSpPr>
            <p:spPr>
              <a:xfrm>
                <a:off x="2722880" y="225552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FDB580A-249B-1411-78EF-AB3FCE2DB3A4}"/>
                  </a:ext>
                </a:extLst>
              </p:cNvPr>
              <p:cNvSpPr/>
              <p:nvPr/>
            </p:nvSpPr>
            <p:spPr>
              <a:xfrm>
                <a:off x="2722880" y="255016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5C7192C-DD24-7C18-7139-AC0CAEB07B5B}"/>
                  </a:ext>
                </a:extLst>
              </p:cNvPr>
              <p:cNvSpPr/>
              <p:nvPr/>
            </p:nvSpPr>
            <p:spPr>
              <a:xfrm>
                <a:off x="2722880" y="284480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BC8ECADE-6C33-D9F2-65A9-9C661B0E6953}"/>
                </a:ext>
              </a:extLst>
            </p:cNvPr>
            <p:cNvSpPr/>
            <p:nvPr/>
          </p:nvSpPr>
          <p:spPr>
            <a:xfrm>
              <a:off x="6096000" y="3141980"/>
              <a:ext cx="1534160" cy="57404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089816B-2746-3821-EC1C-186436AE9014}"/>
                </a:ext>
              </a:extLst>
            </p:cNvPr>
            <p:cNvSpPr/>
            <p:nvPr/>
          </p:nvSpPr>
          <p:spPr>
            <a:xfrm rot="16200000">
              <a:off x="8382635" y="-177165"/>
              <a:ext cx="2772410" cy="381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49906C8-51C5-2FD7-6527-91673D5FB476}"/>
                </a:ext>
              </a:extLst>
            </p:cNvPr>
            <p:cNvSpPr/>
            <p:nvPr/>
          </p:nvSpPr>
          <p:spPr>
            <a:xfrm>
              <a:off x="8559800" y="798086"/>
              <a:ext cx="1016000" cy="339834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4CB4F96-CA9F-B6C2-E131-C8CFDAFED03E}"/>
                </a:ext>
              </a:extLst>
            </p:cNvPr>
            <p:cNvSpPr/>
            <p:nvPr/>
          </p:nvSpPr>
          <p:spPr>
            <a:xfrm>
              <a:off x="8559800" y="1552685"/>
              <a:ext cx="1016000" cy="339834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7DBC619-9BD1-914D-1974-94F669F5C219}"/>
                </a:ext>
              </a:extLst>
            </p:cNvPr>
            <p:cNvSpPr/>
            <p:nvPr/>
          </p:nvSpPr>
          <p:spPr>
            <a:xfrm>
              <a:off x="8559800" y="2307284"/>
              <a:ext cx="1016000" cy="339834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18BAFD1-F6C3-16C9-31D3-4A027530BA22}"/>
                </a:ext>
              </a:extLst>
            </p:cNvPr>
            <p:cNvSpPr/>
            <p:nvPr/>
          </p:nvSpPr>
          <p:spPr>
            <a:xfrm>
              <a:off x="9946640" y="798086"/>
              <a:ext cx="1016000" cy="339834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F228244-1D0B-3809-B146-662EEA8E44D9}"/>
                </a:ext>
              </a:extLst>
            </p:cNvPr>
            <p:cNvSpPr/>
            <p:nvPr/>
          </p:nvSpPr>
          <p:spPr>
            <a:xfrm>
              <a:off x="9946640" y="1552685"/>
              <a:ext cx="1016000" cy="339834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FE7C4CB-31D7-1102-568F-D69B5298E6E4}"/>
                </a:ext>
              </a:extLst>
            </p:cNvPr>
            <p:cNvSpPr/>
            <p:nvPr/>
          </p:nvSpPr>
          <p:spPr>
            <a:xfrm>
              <a:off x="9946640" y="2307284"/>
              <a:ext cx="1016000" cy="339834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DD9F0B0-2138-85C4-5C82-8359C51652B5}"/>
                </a:ext>
              </a:extLst>
            </p:cNvPr>
            <p:cNvSpPr/>
            <p:nvPr/>
          </p:nvSpPr>
          <p:spPr>
            <a:xfrm rot="16200000">
              <a:off x="8382635" y="3218290"/>
              <a:ext cx="2772410" cy="381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636FD95-A19E-F12F-CE49-88722F125CE5}"/>
                </a:ext>
              </a:extLst>
            </p:cNvPr>
            <p:cNvSpPr/>
            <p:nvPr/>
          </p:nvSpPr>
          <p:spPr>
            <a:xfrm>
              <a:off x="8559800" y="4193541"/>
              <a:ext cx="1016000" cy="339834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6C30C07-7004-685D-4CA3-BB8517A1A1DA}"/>
                </a:ext>
              </a:extLst>
            </p:cNvPr>
            <p:cNvSpPr/>
            <p:nvPr/>
          </p:nvSpPr>
          <p:spPr>
            <a:xfrm>
              <a:off x="8559800" y="4948140"/>
              <a:ext cx="1016000" cy="339834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4DC2DE7-8BAC-5F30-674A-A7BBD7E0D5B6}"/>
                </a:ext>
              </a:extLst>
            </p:cNvPr>
            <p:cNvSpPr/>
            <p:nvPr/>
          </p:nvSpPr>
          <p:spPr>
            <a:xfrm>
              <a:off x="8559800" y="5702739"/>
              <a:ext cx="1016000" cy="339834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0C8A522-239C-6F14-F3B7-FB5B7FA9A7B2}"/>
                </a:ext>
              </a:extLst>
            </p:cNvPr>
            <p:cNvSpPr/>
            <p:nvPr/>
          </p:nvSpPr>
          <p:spPr>
            <a:xfrm>
              <a:off x="9946640" y="4193541"/>
              <a:ext cx="1016000" cy="339834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851E0CA-E6F4-8555-3D41-B48208CE4884}"/>
                </a:ext>
              </a:extLst>
            </p:cNvPr>
            <p:cNvSpPr/>
            <p:nvPr/>
          </p:nvSpPr>
          <p:spPr>
            <a:xfrm>
              <a:off x="9946640" y="4948140"/>
              <a:ext cx="1016000" cy="339834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30C483A-80B6-3904-3281-5C73C0F63279}"/>
                </a:ext>
              </a:extLst>
            </p:cNvPr>
            <p:cNvSpPr/>
            <p:nvPr/>
          </p:nvSpPr>
          <p:spPr>
            <a:xfrm>
              <a:off x="9946640" y="5702739"/>
              <a:ext cx="1016000" cy="339834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F35844E-C443-FB76-79B3-07F5F6B2DAF1}"/>
                </a:ext>
              </a:extLst>
            </p:cNvPr>
            <p:cNvGrpSpPr/>
            <p:nvPr/>
          </p:nvGrpSpPr>
          <p:grpSpPr>
            <a:xfrm rot="5400000">
              <a:off x="9682480" y="3044562"/>
              <a:ext cx="172720" cy="762000"/>
              <a:chOff x="2722880" y="2255520"/>
              <a:chExt cx="172720" cy="76200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14B0E1B0-526A-7696-87CB-DDCB03A1F80B}"/>
                  </a:ext>
                </a:extLst>
              </p:cNvPr>
              <p:cNvSpPr/>
              <p:nvPr/>
            </p:nvSpPr>
            <p:spPr>
              <a:xfrm>
                <a:off x="2722880" y="225552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EE6EEAA3-5A54-7FDA-AAEB-39DA9F5EA3BB}"/>
                  </a:ext>
                </a:extLst>
              </p:cNvPr>
              <p:cNvSpPr/>
              <p:nvPr/>
            </p:nvSpPr>
            <p:spPr>
              <a:xfrm>
                <a:off x="2722880" y="255016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A27BCF92-F92D-7872-D070-E3BCA44A015E}"/>
                  </a:ext>
                </a:extLst>
              </p:cNvPr>
              <p:cNvSpPr/>
              <p:nvPr/>
            </p:nvSpPr>
            <p:spPr>
              <a:xfrm>
                <a:off x="2722880" y="284480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D6008F8-2E30-B24E-8077-303BBAFA25C5}"/>
                </a:ext>
              </a:extLst>
            </p:cNvPr>
            <p:cNvSpPr txBox="1"/>
            <p:nvPr/>
          </p:nvSpPr>
          <p:spPr>
            <a:xfrm>
              <a:off x="2047472" y="2241808"/>
              <a:ext cx="1902381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Разбиение</a:t>
              </a:r>
            </a:p>
            <a:p>
              <a:r>
                <a:rPr lang="ru-RU" sz="2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на чанки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3D3A502-3AE7-6B55-1CAE-E0BECF5FFD81}"/>
                </a:ext>
              </a:extLst>
            </p:cNvPr>
            <p:cNvSpPr txBox="1"/>
            <p:nvPr/>
          </p:nvSpPr>
          <p:spPr>
            <a:xfrm>
              <a:off x="5635466" y="2644140"/>
              <a:ext cx="24552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Кластеризация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723AA6F-5D4B-0F84-A1AC-EAFA977E1080}"/>
                </a:ext>
              </a:extLst>
            </p:cNvPr>
            <p:cNvSpPr txBox="1"/>
            <p:nvPr/>
          </p:nvSpPr>
          <p:spPr>
            <a:xfrm>
              <a:off x="365760" y="798086"/>
              <a:ext cx="1473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новость</a:t>
              </a:r>
            </a:p>
            <a:p>
              <a:pPr algn="ctr"/>
              <a:r>
                <a:rPr lang="ru-RU" sz="24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A54A435-5A64-CD2F-9024-5B837A037DDC}"/>
                </a:ext>
              </a:extLst>
            </p:cNvPr>
            <p:cNvSpPr txBox="1"/>
            <p:nvPr/>
          </p:nvSpPr>
          <p:spPr>
            <a:xfrm>
              <a:off x="365760" y="4666152"/>
              <a:ext cx="1473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новость</a:t>
              </a:r>
            </a:p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ru-RU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986C836-5FD2-5AA3-F9D7-4AF04C77FF3A}"/>
                </a:ext>
              </a:extLst>
            </p:cNvPr>
            <p:cNvGrpSpPr/>
            <p:nvPr/>
          </p:nvGrpSpPr>
          <p:grpSpPr>
            <a:xfrm>
              <a:off x="4878111" y="1189383"/>
              <a:ext cx="147238" cy="649578"/>
              <a:chOff x="2722880" y="2255520"/>
              <a:chExt cx="172720" cy="762000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56F9CDAA-109A-97F1-FA3B-F141C4D83458}"/>
                  </a:ext>
                </a:extLst>
              </p:cNvPr>
              <p:cNvSpPr/>
              <p:nvPr/>
            </p:nvSpPr>
            <p:spPr>
              <a:xfrm>
                <a:off x="2722880" y="225552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C9E5DF3-5F40-ED26-4EA2-4B80121E877E}"/>
                  </a:ext>
                </a:extLst>
              </p:cNvPr>
              <p:cNvSpPr/>
              <p:nvPr/>
            </p:nvSpPr>
            <p:spPr>
              <a:xfrm>
                <a:off x="2722880" y="255016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D0FA7EE6-726A-F945-EBB3-5462EF0A506E}"/>
                  </a:ext>
                </a:extLst>
              </p:cNvPr>
              <p:cNvSpPr/>
              <p:nvPr/>
            </p:nvSpPr>
            <p:spPr>
              <a:xfrm>
                <a:off x="2722880" y="284480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F22E63E-DE60-8C01-A4E7-3646CB10FCF0}"/>
                </a:ext>
              </a:extLst>
            </p:cNvPr>
            <p:cNvGrpSpPr/>
            <p:nvPr/>
          </p:nvGrpSpPr>
          <p:grpSpPr>
            <a:xfrm>
              <a:off x="4878111" y="5039691"/>
              <a:ext cx="147238" cy="649578"/>
              <a:chOff x="2722880" y="2255520"/>
              <a:chExt cx="172720" cy="762000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17BAD137-95A5-41C3-73B6-996597C13290}"/>
                  </a:ext>
                </a:extLst>
              </p:cNvPr>
              <p:cNvSpPr/>
              <p:nvPr/>
            </p:nvSpPr>
            <p:spPr>
              <a:xfrm>
                <a:off x="2722880" y="225552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40556E3-C09C-C775-5334-0FFE8BF6D5DE}"/>
                  </a:ext>
                </a:extLst>
              </p:cNvPr>
              <p:cNvSpPr/>
              <p:nvPr/>
            </p:nvSpPr>
            <p:spPr>
              <a:xfrm>
                <a:off x="2722880" y="255016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F4AD8944-B2AB-39D5-465E-297A83F6D6D4}"/>
                  </a:ext>
                </a:extLst>
              </p:cNvPr>
              <p:cNvSpPr/>
              <p:nvPr/>
            </p:nvSpPr>
            <p:spPr>
              <a:xfrm>
                <a:off x="2722880" y="284480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588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E5BEC-2D77-E3C2-D318-57327F45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1" descr="999999-6D594D61">
            <a:extLst>
              <a:ext uri="{FF2B5EF4-FFF2-40B4-BE49-F238E27FC236}">
                <a16:creationId xmlns:a16="http://schemas.microsoft.com/office/drawing/2014/main" id="{396654CD-8D6C-EE00-6F76-038FBC67B7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>
            <a:off x="6648450" y="3682365"/>
            <a:ext cx="5524500" cy="322453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687027C4-7E9E-420E-E821-2333BBE8F079}"/>
              </a:ext>
            </a:extLst>
          </p:cNvPr>
          <p:cNvGrpSpPr/>
          <p:nvPr/>
        </p:nvGrpSpPr>
        <p:grpSpPr>
          <a:xfrm>
            <a:off x="63798" y="129540"/>
            <a:ext cx="2316480" cy="6598920"/>
            <a:chOff x="0" y="129540"/>
            <a:chExt cx="2316480" cy="659892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D78460-F672-4958-265D-99577ADA4F1C}"/>
                </a:ext>
              </a:extLst>
            </p:cNvPr>
            <p:cNvGrpSpPr/>
            <p:nvPr/>
          </p:nvGrpSpPr>
          <p:grpSpPr>
            <a:xfrm>
              <a:off x="450850" y="571500"/>
              <a:ext cx="1473200" cy="5715000"/>
              <a:chOff x="572770" y="746760"/>
              <a:chExt cx="1473200" cy="525018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C0D8BEAF-20A1-E97F-7EAD-FB966AA371D2}"/>
                  </a:ext>
                </a:extLst>
              </p:cNvPr>
              <p:cNvGrpSpPr/>
              <p:nvPr/>
            </p:nvGrpSpPr>
            <p:grpSpPr>
              <a:xfrm>
                <a:off x="572770" y="746760"/>
                <a:ext cx="1473200" cy="1869440"/>
                <a:chOff x="5019040" y="558800"/>
                <a:chExt cx="1473200" cy="1869440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9365B87-40CD-E071-A74A-C566C904323A}"/>
                    </a:ext>
                  </a:extLst>
                </p:cNvPr>
                <p:cNvSpPr/>
                <p:nvPr/>
              </p:nvSpPr>
              <p:spPr>
                <a:xfrm>
                  <a:off x="5019040" y="558800"/>
                  <a:ext cx="1473200" cy="492760"/>
                </a:xfrm>
                <a:prstGeom prst="rec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89DD7BDA-AFBB-CF05-EE5B-F6E9F6E96C0E}"/>
                    </a:ext>
                  </a:extLst>
                </p:cNvPr>
                <p:cNvSpPr/>
                <p:nvPr/>
              </p:nvSpPr>
              <p:spPr>
                <a:xfrm>
                  <a:off x="5019040" y="1935480"/>
                  <a:ext cx="1473200" cy="492760"/>
                </a:xfrm>
                <a:prstGeom prst="rec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A6C4036A-4829-743C-7D83-60CF6AA75E49}"/>
                    </a:ext>
                  </a:extLst>
                </p:cNvPr>
                <p:cNvSpPr/>
                <p:nvPr/>
              </p:nvSpPr>
              <p:spPr>
                <a:xfrm>
                  <a:off x="5019040" y="1247140"/>
                  <a:ext cx="1473200" cy="492760"/>
                </a:xfrm>
                <a:prstGeom prst="rec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81EEC49-B6A7-7917-3A30-722402980BAB}"/>
                  </a:ext>
                </a:extLst>
              </p:cNvPr>
              <p:cNvGrpSpPr/>
              <p:nvPr/>
            </p:nvGrpSpPr>
            <p:grpSpPr>
              <a:xfrm>
                <a:off x="572770" y="2788920"/>
                <a:ext cx="1473200" cy="1869440"/>
                <a:chOff x="5019040" y="558800"/>
                <a:chExt cx="1473200" cy="186944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17F9E01C-6621-6C65-6DA2-FAAF6A23940B}"/>
                    </a:ext>
                  </a:extLst>
                </p:cNvPr>
                <p:cNvSpPr/>
                <p:nvPr/>
              </p:nvSpPr>
              <p:spPr>
                <a:xfrm>
                  <a:off x="5019040" y="558800"/>
                  <a:ext cx="1473200" cy="492760"/>
                </a:xfrm>
                <a:prstGeom prst="rec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93E53A21-0F48-A765-9189-DFBA3F66BE4D}"/>
                    </a:ext>
                  </a:extLst>
                </p:cNvPr>
                <p:cNvSpPr/>
                <p:nvPr/>
              </p:nvSpPr>
              <p:spPr>
                <a:xfrm>
                  <a:off x="5019040" y="1935480"/>
                  <a:ext cx="1473200" cy="492760"/>
                </a:xfrm>
                <a:prstGeom prst="rec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AC56ED0D-C9BC-445B-FEDF-2410A3904845}"/>
                    </a:ext>
                  </a:extLst>
                </p:cNvPr>
                <p:cNvSpPr/>
                <p:nvPr/>
              </p:nvSpPr>
              <p:spPr>
                <a:xfrm>
                  <a:off x="5019040" y="1247140"/>
                  <a:ext cx="1473200" cy="492760"/>
                </a:xfrm>
                <a:prstGeom prst="rec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F41656F-1E43-8C5B-C686-43E0000DEDE8}"/>
                  </a:ext>
                </a:extLst>
              </p:cNvPr>
              <p:cNvGrpSpPr/>
              <p:nvPr/>
            </p:nvGrpSpPr>
            <p:grpSpPr>
              <a:xfrm>
                <a:off x="572770" y="4815840"/>
                <a:ext cx="1473200" cy="1181100"/>
                <a:chOff x="5019040" y="558800"/>
                <a:chExt cx="1473200" cy="118110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FD2C0EBC-A54D-B500-9F74-8660425F0794}"/>
                    </a:ext>
                  </a:extLst>
                </p:cNvPr>
                <p:cNvSpPr/>
                <p:nvPr/>
              </p:nvSpPr>
              <p:spPr>
                <a:xfrm>
                  <a:off x="5019040" y="558800"/>
                  <a:ext cx="1473200" cy="492760"/>
                </a:xfrm>
                <a:prstGeom prst="rec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DAEA682A-E5E4-E002-352F-294A50221027}"/>
                    </a:ext>
                  </a:extLst>
                </p:cNvPr>
                <p:cNvSpPr/>
                <p:nvPr/>
              </p:nvSpPr>
              <p:spPr>
                <a:xfrm>
                  <a:off x="5019040" y="1247140"/>
                  <a:ext cx="1473200" cy="492760"/>
                </a:xfrm>
                <a:prstGeom prst="rec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</p:grpSp>
        </p:grp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812AD03-B47B-0BFD-0C98-AD9CE245852A}"/>
                </a:ext>
              </a:extLst>
            </p:cNvPr>
            <p:cNvSpPr/>
            <p:nvPr/>
          </p:nvSpPr>
          <p:spPr>
            <a:xfrm>
              <a:off x="0" y="129540"/>
              <a:ext cx="2316480" cy="6598920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359E71E-5DB9-E17F-1372-FA3661F2A2AD}"/>
              </a:ext>
            </a:extLst>
          </p:cNvPr>
          <p:cNvSpPr/>
          <p:nvPr/>
        </p:nvSpPr>
        <p:spPr>
          <a:xfrm>
            <a:off x="6057529" y="2494280"/>
            <a:ext cx="1473200" cy="1869440"/>
          </a:xfrm>
          <a:prstGeom prst="rect">
            <a:avLst/>
          </a:prstGeom>
          <a:pattFill prst="solidDmnd">
            <a:fgClr>
              <a:schemeClr val="accent1"/>
            </a:fgClr>
            <a:bgClr>
              <a:schemeClr val="bg1"/>
            </a:bgClr>
          </a:pattFill>
          <a:ln w="76200">
            <a:solidFill>
              <a:srgbClr val="99B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CD4817-968D-D3D0-B8BA-4F6ADBA65B61}"/>
              </a:ext>
            </a:extLst>
          </p:cNvPr>
          <p:cNvGrpSpPr/>
          <p:nvPr/>
        </p:nvGrpSpPr>
        <p:grpSpPr>
          <a:xfrm>
            <a:off x="10335664" y="2494280"/>
            <a:ext cx="1473200" cy="1869440"/>
            <a:chOff x="10335664" y="2396127"/>
            <a:chExt cx="1473200" cy="186944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5DFFE1A-A6B8-B740-4476-1D34A1226322}"/>
                </a:ext>
              </a:extLst>
            </p:cNvPr>
            <p:cNvSpPr/>
            <p:nvPr/>
          </p:nvSpPr>
          <p:spPr>
            <a:xfrm>
              <a:off x="10335664" y="2396127"/>
              <a:ext cx="1473200" cy="517194"/>
            </a:xfrm>
            <a:prstGeom prst="rect">
              <a:avLst/>
            </a:prstGeom>
            <a:pattFill prst="solidDmnd">
              <a:fgClr>
                <a:schemeClr val="accent1"/>
              </a:fgClr>
              <a:bgClr>
                <a:schemeClr val="bg1"/>
              </a:bgClr>
            </a:pattFill>
            <a:ln w="76200">
              <a:solidFill>
                <a:srgbClr val="99BA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646A19-5983-DFE4-94A0-21C9133CC7D7}"/>
                </a:ext>
              </a:extLst>
            </p:cNvPr>
            <p:cNvSpPr/>
            <p:nvPr/>
          </p:nvSpPr>
          <p:spPr>
            <a:xfrm>
              <a:off x="10335664" y="3062654"/>
              <a:ext cx="1473200" cy="517194"/>
            </a:xfrm>
            <a:prstGeom prst="rect">
              <a:avLst/>
            </a:prstGeom>
            <a:pattFill prst="solidDmnd">
              <a:fgClr>
                <a:schemeClr val="accent1"/>
              </a:fgClr>
              <a:bgClr>
                <a:schemeClr val="bg1"/>
              </a:bgClr>
            </a:pattFill>
            <a:ln w="76200">
              <a:solidFill>
                <a:srgbClr val="99BA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048AA17-6BDD-6E0E-6DAE-34B0540667D0}"/>
                </a:ext>
              </a:extLst>
            </p:cNvPr>
            <p:cNvSpPr/>
            <p:nvPr/>
          </p:nvSpPr>
          <p:spPr>
            <a:xfrm>
              <a:off x="10335664" y="3748373"/>
              <a:ext cx="1473200" cy="517194"/>
            </a:xfrm>
            <a:prstGeom prst="rect">
              <a:avLst/>
            </a:prstGeom>
            <a:pattFill prst="solidDmnd">
              <a:fgClr>
                <a:schemeClr val="accent1"/>
              </a:fgClr>
              <a:bgClr>
                <a:schemeClr val="bg1"/>
              </a:bgClr>
            </a:pattFill>
            <a:ln w="76200">
              <a:solidFill>
                <a:srgbClr val="99BA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6B17215-7579-1871-B771-AFA00FFD1CA5}"/>
              </a:ext>
            </a:extLst>
          </p:cNvPr>
          <p:cNvGrpSpPr/>
          <p:nvPr/>
        </p:nvGrpSpPr>
        <p:grpSpPr>
          <a:xfrm>
            <a:off x="2822667" y="2713593"/>
            <a:ext cx="2728675" cy="1002427"/>
            <a:chOff x="2443931" y="2713593"/>
            <a:chExt cx="2728675" cy="1002427"/>
          </a:xfrm>
        </p:grpSpPr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DC9F0906-CDE2-914E-4094-3C087B051CCB}"/>
                </a:ext>
              </a:extLst>
            </p:cNvPr>
            <p:cNvSpPr/>
            <p:nvPr/>
          </p:nvSpPr>
          <p:spPr>
            <a:xfrm>
              <a:off x="3070843" y="3141980"/>
              <a:ext cx="1534160" cy="57404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1F45FF-5AD6-99A0-5F9B-D49F9C8109ED}"/>
                </a:ext>
              </a:extLst>
            </p:cNvPr>
            <p:cNvSpPr txBox="1"/>
            <p:nvPr/>
          </p:nvSpPr>
          <p:spPr>
            <a:xfrm>
              <a:off x="2443931" y="2713593"/>
              <a:ext cx="272867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Реферирование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556F370-818E-6CF5-7434-B0FF4D992701}"/>
              </a:ext>
            </a:extLst>
          </p:cNvPr>
          <p:cNvGrpSpPr/>
          <p:nvPr/>
        </p:nvGrpSpPr>
        <p:grpSpPr>
          <a:xfrm>
            <a:off x="8036916" y="2249428"/>
            <a:ext cx="1792562" cy="1466592"/>
            <a:chOff x="7337985" y="2249428"/>
            <a:chExt cx="1792562" cy="1466592"/>
          </a:xfrm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33A25D92-C5AC-ED55-F48E-84011A05D884}"/>
                </a:ext>
              </a:extLst>
            </p:cNvPr>
            <p:cNvSpPr/>
            <p:nvPr/>
          </p:nvSpPr>
          <p:spPr>
            <a:xfrm>
              <a:off x="7507519" y="3141980"/>
              <a:ext cx="1534160" cy="57404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D3CA8C0-D6A9-9EC4-B459-1B38C1FAF8CB}"/>
                </a:ext>
              </a:extLst>
            </p:cNvPr>
            <p:cNvSpPr txBox="1"/>
            <p:nvPr/>
          </p:nvSpPr>
          <p:spPr>
            <a:xfrm>
              <a:off x="7337985" y="2249428"/>
              <a:ext cx="1792562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Разбиение</a:t>
              </a:r>
            </a:p>
            <a:p>
              <a:r>
                <a:rPr lang="ru-RU" sz="2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на чанки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44C88DE-F43E-AF90-D717-9A021BCDFFBC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ru-RU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012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1DE82-F3BE-546E-7842-8FCDC392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图片 1" descr="999999-6D594D61">
            <a:extLst>
              <a:ext uri="{FF2B5EF4-FFF2-40B4-BE49-F238E27FC236}">
                <a16:creationId xmlns:a16="http://schemas.microsoft.com/office/drawing/2014/main" id="{6878CC4D-AA21-0EA1-F9AC-C6673B2F78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>
            <a:off x="6648450" y="3682365"/>
            <a:ext cx="5524500" cy="32245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E9B862-73DB-B706-E6C5-D79A6963B926}"/>
              </a:ext>
            </a:extLst>
          </p:cNvPr>
          <p:cNvSpPr/>
          <p:nvPr/>
        </p:nvSpPr>
        <p:spPr>
          <a:xfrm>
            <a:off x="4041177" y="3170403"/>
            <a:ext cx="1473200" cy="517194"/>
          </a:xfrm>
          <a:prstGeom prst="rect">
            <a:avLst/>
          </a:prstGeom>
          <a:pattFill prst="solidDmnd">
            <a:fgClr>
              <a:schemeClr val="accent1"/>
            </a:fgClr>
            <a:bgClr>
              <a:schemeClr val="bg1"/>
            </a:bgClr>
          </a:pattFill>
          <a:ln w="76200">
            <a:solidFill>
              <a:srgbClr val="99B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F9F4AF-B25C-C75E-35F1-0883F4FA2D13}"/>
              </a:ext>
            </a:extLst>
          </p:cNvPr>
          <p:cNvGrpSpPr/>
          <p:nvPr/>
        </p:nvGrpSpPr>
        <p:grpSpPr>
          <a:xfrm>
            <a:off x="393413" y="129540"/>
            <a:ext cx="2316480" cy="6598920"/>
            <a:chOff x="0" y="129540"/>
            <a:chExt cx="2316480" cy="65989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4D25480-926A-423F-17F3-438EDFA9CD6A}"/>
                </a:ext>
              </a:extLst>
            </p:cNvPr>
            <p:cNvGrpSpPr/>
            <p:nvPr/>
          </p:nvGrpSpPr>
          <p:grpSpPr>
            <a:xfrm>
              <a:off x="450850" y="571500"/>
              <a:ext cx="1473200" cy="5715000"/>
              <a:chOff x="572770" y="746760"/>
              <a:chExt cx="1473200" cy="525018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1AF9EA5-EF09-DDFD-1F8D-E62D698C2328}"/>
                  </a:ext>
                </a:extLst>
              </p:cNvPr>
              <p:cNvGrpSpPr/>
              <p:nvPr/>
            </p:nvGrpSpPr>
            <p:grpSpPr>
              <a:xfrm>
                <a:off x="572770" y="746760"/>
                <a:ext cx="1473200" cy="1181100"/>
                <a:chOff x="5019040" y="558800"/>
                <a:chExt cx="1473200" cy="1181100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F9EE0C0-1E8A-252E-C9AC-D245907538A1}"/>
                    </a:ext>
                  </a:extLst>
                </p:cNvPr>
                <p:cNvSpPr/>
                <p:nvPr/>
              </p:nvSpPr>
              <p:spPr>
                <a:xfrm>
                  <a:off x="5019040" y="558800"/>
                  <a:ext cx="1473200" cy="492760"/>
                </a:xfrm>
                <a:prstGeom prst="rec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D3E3D6-4BF3-876A-8A0E-635940034D9C}"/>
                    </a:ext>
                  </a:extLst>
                </p:cNvPr>
                <p:cNvSpPr/>
                <p:nvPr/>
              </p:nvSpPr>
              <p:spPr>
                <a:xfrm>
                  <a:off x="5019040" y="1247140"/>
                  <a:ext cx="1473200" cy="492760"/>
                </a:xfrm>
                <a:prstGeom prst="rec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0416AEA-812E-3355-C045-595031A40E0B}"/>
                  </a:ext>
                </a:extLst>
              </p:cNvPr>
              <p:cNvGrpSpPr/>
              <p:nvPr/>
            </p:nvGrpSpPr>
            <p:grpSpPr>
              <a:xfrm>
                <a:off x="572770" y="4815840"/>
                <a:ext cx="1473200" cy="1181100"/>
                <a:chOff x="5019040" y="558800"/>
                <a:chExt cx="1473200" cy="1181100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1BC0AC18-7573-3EAD-7959-375335037D77}"/>
                    </a:ext>
                  </a:extLst>
                </p:cNvPr>
                <p:cNvSpPr/>
                <p:nvPr/>
              </p:nvSpPr>
              <p:spPr>
                <a:xfrm>
                  <a:off x="5019040" y="558800"/>
                  <a:ext cx="1473200" cy="492760"/>
                </a:xfrm>
                <a:prstGeom prst="rec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73C2FEF2-A646-2CE9-7E38-D375E8C03985}"/>
                    </a:ext>
                  </a:extLst>
                </p:cNvPr>
                <p:cNvSpPr/>
                <p:nvPr/>
              </p:nvSpPr>
              <p:spPr>
                <a:xfrm>
                  <a:off x="5019040" y="1247140"/>
                  <a:ext cx="1473200" cy="492760"/>
                </a:xfrm>
                <a:prstGeom prst="rec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</p:grpSp>
        </p:grp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6270E43-C932-F868-79DA-2C7BEA51BEF5}"/>
                </a:ext>
              </a:extLst>
            </p:cNvPr>
            <p:cNvSpPr/>
            <p:nvPr/>
          </p:nvSpPr>
          <p:spPr>
            <a:xfrm>
              <a:off x="0" y="129540"/>
              <a:ext cx="2316480" cy="6598920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D92250-EC23-C25B-A463-4A5726A097E0}"/>
              </a:ext>
            </a:extLst>
          </p:cNvPr>
          <p:cNvGrpSpPr/>
          <p:nvPr/>
        </p:nvGrpSpPr>
        <p:grpSpPr>
          <a:xfrm>
            <a:off x="1408143" y="2291316"/>
            <a:ext cx="172720" cy="762000"/>
            <a:chOff x="2722880" y="2255520"/>
            <a:chExt cx="172720" cy="762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081996D-9944-0292-EE8F-F313680C1CA2}"/>
                </a:ext>
              </a:extLst>
            </p:cNvPr>
            <p:cNvSpPr/>
            <p:nvPr/>
          </p:nvSpPr>
          <p:spPr>
            <a:xfrm>
              <a:off x="2722880" y="2255520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A54E50A-08DD-EB17-A2CF-AE32CBB83DBF}"/>
                </a:ext>
              </a:extLst>
            </p:cNvPr>
            <p:cNvSpPr/>
            <p:nvPr/>
          </p:nvSpPr>
          <p:spPr>
            <a:xfrm>
              <a:off x="2722880" y="2550160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BA2BA21-86F2-14C0-13B5-B8DA65562AA1}"/>
                </a:ext>
              </a:extLst>
            </p:cNvPr>
            <p:cNvSpPr/>
            <p:nvPr/>
          </p:nvSpPr>
          <p:spPr>
            <a:xfrm>
              <a:off x="2722880" y="2844800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FE611E4-4D75-9393-F187-B8C4A5AC8C3D}"/>
              </a:ext>
            </a:extLst>
          </p:cNvPr>
          <p:cNvGrpSpPr/>
          <p:nvPr/>
        </p:nvGrpSpPr>
        <p:grpSpPr>
          <a:xfrm>
            <a:off x="1408143" y="3574193"/>
            <a:ext cx="172720" cy="762000"/>
            <a:chOff x="2722880" y="2255520"/>
            <a:chExt cx="172720" cy="762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47ADD50-4A2A-1E55-F23E-A0464A7A65C8}"/>
                </a:ext>
              </a:extLst>
            </p:cNvPr>
            <p:cNvSpPr/>
            <p:nvPr/>
          </p:nvSpPr>
          <p:spPr>
            <a:xfrm>
              <a:off x="2722880" y="2255520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4224AA5-68BE-EA95-6A03-E758753DC99D}"/>
                </a:ext>
              </a:extLst>
            </p:cNvPr>
            <p:cNvSpPr/>
            <p:nvPr/>
          </p:nvSpPr>
          <p:spPr>
            <a:xfrm>
              <a:off x="2722880" y="2550160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B284DFF-1ED6-08D8-1CBC-4AD511F72AD6}"/>
                </a:ext>
              </a:extLst>
            </p:cNvPr>
            <p:cNvSpPr/>
            <p:nvPr/>
          </p:nvSpPr>
          <p:spPr>
            <a:xfrm>
              <a:off x="2722880" y="2844800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CD4361-B388-DAF9-C567-ED6762C4DDAD}"/>
              </a:ext>
            </a:extLst>
          </p:cNvPr>
          <p:cNvCxnSpPr>
            <a:cxnSpLocks/>
            <a:stCxn id="5" idx="1"/>
            <a:endCxn id="18" idx="3"/>
          </p:cNvCxnSpPr>
          <p:nvPr/>
        </p:nvCxnSpPr>
        <p:spPr>
          <a:xfrm flipH="1" flipV="1">
            <a:off x="2317463" y="839693"/>
            <a:ext cx="1723714" cy="258930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4D7889-7662-0CC0-4F0F-DCB4AEB97A62}"/>
              </a:ext>
            </a:extLst>
          </p:cNvPr>
          <p:cNvCxnSpPr>
            <a:cxnSpLocks/>
            <a:stCxn id="5" idx="1"/>
            <a:endCxn id="20" idx="3"/>
          </p:cNvCxnSpPr>
          <p:nvPr/>
        </p:nvCxnSpPr>
        <p:spPr>
          <a:xfrm flipH="1" flipV="1">
            <a:off x="2317463" y="1588975"/>
            <a:ext cx="1723714" cy="184002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D1E081B-A358-C2DE-D69A-396E429E9C56}"/>
              </a:ext>
            </a:extLst>
          </p:cNvPr>
          <p:cNvCxnSpPr>
            <a:cxnSpLocks/>
            <a:stCxn id="5" idx="1"/>
            <a:endCxn id="13" idx="3"/>
          </p:cNvCxnSpPr>
          <p:nvPr/>
        </p:nvCxnSpPr>
        <p:spPr>
          <a:xfrm flipH="1">
            <a:off x="2317463" y="3429000"/>
            <a:ext cx="1723714" cy="184002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E96655-7E4D-A5C7-D0DD-1B595EA49F32}"/>
              </a:ext>
            </a:extLst>
          </p:cNvPr>
          <p:cNvCxnSpPr>
            <a:cxnSpLocks/>
            <a:stCxn id="5" idx="1"/>
            <a:endCxn id="14" idx="3"/>
          </p:cNvCxnSpPr>
          <p:nvPr/>
        </p:nvCxnSpPr>
        <p:spPr>
          <a:xfrm flipH="1">
            <a:off x="2317463" y="3429000"/>
            <a:ext cx="1723714" cy="258930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FAC0161-6847-424F-C0A2-0275C739A757}"/>
              </a:ext>
            </a:extLst>
          </p:cNvPr>
          <p:cNvSpPr txBox="1"/>
          <p:nvPr/>
        </p:nvSpPr>
        <p:spPr>
          <a:xfrm>
            <a:off x="5834203" y="415388"/>
            <a:ext cx="26687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Отбор по семантической близости</a:t>
            </a:r>
          </a:p>
        </p:txBody>
      </p:sp>
      <p:sp>
        <p:nvSpPr>
          <p:cNvPr id="92" name="Callout: Right Arrow 91">
            <a:extLst>
              <a:ext uri="{FF2B5EF4-FFF2-40B4-BE49-F238E27FC236}">
                <a16:creationId xmlns:a16="http://schemas.microsoft.com/office/drawing/2014/main" id="{9256F148-F661-0E9B-C74F-460FEC6E92C2}"/>
              </a:ext>
            </a:extLst>
          </p:cNvPr>
          <p:cNvSpPr/>
          <p:nvPr/>
        </p:nvSpPr>
        <p:spPr>
          <a:xfrm>
            <a:off x="6489413" y="2504291"/>
            <a:ext cx="2083989" cy="1849418"/>
          </a:xfrm>
          <a:prstGeom prst="rightArrow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NLI</a:t>
            </a:r>
            <a:endParaRPr lang="ru-RU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927C9AF-FFC0-127A-9B76-D185776B23B5}"/>
              </a:ext>
            </a:extLst>
          </p:cNvPr>
          <p:cNvCxnSpPr>
            <a:cxnSpLocks/>
            <a:endCxn id="80" idx="1"/>
          </p:cNvCxnSpPr>
          <p:nvPr/>
        </p:nvCxnSpPr>
        <p:spPr>
          <a:xfrm flipV="1">
            <a:off x="3370529" y="1107886"/>
            <a:ext cx="2463674" cy="131323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oogle Shape;15156;p74">
            <a:extLst>
              <a:ext uri="{FF2B5EF4-FFF2-40B4-BE49-F238E27FC236}">
                <a16:creationId xmlns:a16="http://schemas.microsoft.com/office/drawing/2014/main" id="{1B649F24-6118-A362-EE0C-1A86270F5803}"/>
              </a:ext>
            </a:extLst>
          </p:cNvPr>
          <p:cNvGrpSpPr/>
          <p:nvPr/>
        </p:nvGrpSpPr>
        <p:grpSpPr>
          <a:xfrm>
            <a:off x="11149606" y="2796028"/>
            <a:ext cx="495709" cy="365713"/>
            <a:chOff x="5223609" y="3731112"/>
            <a:chExt cx="371782" cy="274285"/>
          </a:xfrm>
          <a:solidFill>
            <a:srgbClr val="00B050"/>
          </a:solidFill>
        </p:grpSpPr>
        <p:sp>
          <p:nvSpPr>
            <p:cNvPr id="101" name="Google Shape;15157;p74">
              <a:extLst>
                <a:ext uri="{FF2B5EF4-FFF2-40B4-BE49-F238E27FC236}">
                  <a16:creationId xmlns:a16="http://schemas.microsoft.com/office/drawing/2014/main" id="{7A689518-C093-066E-8608-4AA11D3A3D8F}"/>
                </a:ext>
              </a:extLst>
            </p:cNvPr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" name="Google Shape;15158;p74">
              <a:extLst>
                <a:ext uri="{FF2B5EF4-FFF2-40B4-BE49-F238E27FC236}">
                  <a16:creationId xmlns:a16="http://schemas.microsoft.com/office/drawing/2014/main" id="{31F20FD3-71C9-0B73-AF03-9A4596BC91A5}"/>
                </a:ext>
              </a:extLst>
            </p:cNvPr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03" name="Google Shape;15159;p74">
            <a:extLst>
              <a:ext uri="{FF2B5EF4-FFF2-40B4-BE49-F238E27FC236}">
                <a16:creationId xmlns:a16="http://schemas.microsoft.com/office/drawing/2014/main" id="{EC2408CA-2665-086E-FFD2-5EB3003E70BF}"/>
              </a:ext>
            </a:extLst>
          </p:cNvPr>
          <p:cNvSpPr/>
          <p:nvPr/>
        </p:nvSpPr>
        <p:spPr>
          <a:xfrm>
            <a:off x="11202816" y="3678735"/>
            <a:ext cx="389288" cy="385400"/>
          </a:xfrm>
          <a:custGeom>
            <a:avLst/>
            <a:gdLst/>
            <a:ahLst/>
            <a:cxnLst/>
            <a:rect l="l" t="t" r="r" b="b"/>
            <a:pathLst>
              <a:path w="11113" h="11002" extrusionOk="0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 dirty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Flowchart: Process 103">
            <a:extLst>
              <a:ext uri="{FF2B5EF4-FFF2-40B4-BE49-F238E27FC236}">
                <a16:creationId xmlns:a16="http://schemas.microsoft.com/office/drawing/2014/main" id="{5CD894EE-EB8E-8513-8366-3149401CC9EC}"/>
              </a:ext>
            </a:extLst>
          </p:cNvPr>
          <p:cNvSpPr/>
          <p:nvPr/>
        </p:nvSpPr>
        <p:spPr>
          <a:xfrm>
            <a:off x="8856929" y="2664110"/>
            <a:ext cx="2953732" cy="1499364"/>
          </a:xfrm>
          <a:prstGeom prst="flowChartProcess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83B56F9-D31C-DED6-7772-8A81A184280A}"/>
              </a:ext>
            </a:extLst>
          </p:cNvPr>
          <p:cNvSpPr txBox="1"/>
          <p:nvPr/>
        </p:nvSpPr>
        <p:spPr>
          <a:xfrm>
            <a:off x="8856930" y="2717275"/>
            <a:ext cx="19201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entailment</a:t>
            </a:r>
            <a:endParaRPr lang="ru-RU" sz="2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2A1F32B-5ECE-F889-8BE5-ABD006D9EA25}"/>
              </a:ext>
            </a:extLst>
          </p:cNvPr>
          <p:cNvSpPr txBox="1"/>
          <p:nvPr/>
        </p:nvSpPr>
        <p:spPr>
          <a:xfrm>
            <a:off x="8825481" y="3625405"/>
            <a:ext cx="25719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not_entailment</a:t>
            </a:r>
            <a:endParaRPr lang="ru-RU" sz="2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F73B4DA-0EE8-67AE-B03C-7E90CECFCFD9}"/>
              </a:ext>
            </a:extLst>
          </p:cNvPr>
          <p:cNvSpPr/>
          <p:nvPr/>
        </p:nvSpPr>
        <p:spPr>
          <a:xfrm>
            <a:off x="9597195" y="4994023"/>
            <a:ext cx="1473200" cy="517194"/>
          </a:xfrm>
          <a:prstGeom prst="rect">
            <a:avLst/>
          </a:prstGeom>
          <a:pattFill prst="solidDmnd">
            <a:fgClr>
              <a:srgbClr val="FF0000"/>
            </a:fgClr>
            <a:bgClr>
              <a:schemeClr val="bg1"/>
            </a:bgClr>
          </a:pattFill>
          <a:ln w="76200">
            <a:solidFill>
              <a:srgbClr val="99B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9D3184F-840A-36F5-CE22-536EDEE3F9AB}"/>
              </a:ext>
            </a:extLst>
          </p:cNvPr>
          <p:cNvSpPr/>
          <p:nvPr/>
        </p:nvSpPr>
        <p:spPr>
          <a:xfrm>
            <a:off x="9597195" y="1360418"/>
            <a:ext cx="1473200" cy="517194"/>
          </a:xfrm>
          <a:prstGeom prst="rect">
            <a:avLst/>
          </a:prstGeom>
          <a:pattFill prst="solidDmnd">
            <a:fgClr>
              <a:srgbClr val="00B050"/>
            </a:fgClr>
            <a:bgClr>
              <a:schemeClr val="bg1"/>
            </a:bgClr>
          </a:pattFill>
          <a:ln w="76200">
            <a:solidFill>
              <a:srgbClr val="99B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9" name="Arrow: Right 118">
            <a:extLst>
              <a:ext uri="{FF2B5EF4-FFF2-40B4-BE49-F238E27FC236}">
                <a16:creationId xmlns:a16="http://schemas.microsoft.com/office/drawing/2014/main" id="{B30680EA-9353-9F27-DB8D-70A4A53FADB6}"/>
              </a:ext>
            </a:extLst>
          </p:cNvPr>
          <p:cNvSpPr/>
          <p:nvPr/>
        </p:nvSpPr>
        <p:spPr>
          <a:xfrm rot="5400000">
            <a:off x="9918522" y="4402010"/>
            <a:ext cx="830546" cy="353480"/>
          </a:xfrm>
          <a:prstGeom prst="rightArrow">
            <a:avLst>
              <a:gd name="adj1" fmla="val 34738"/>
              <a:gd name="adj2" fmla="val 921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0" name="Arrow: Right 119">
            <a:extLst>
              <a:ext uri="{FF2B5EF4-FFF2-40B4-BE49-F238E27FC236}">
                <a16:creationId xmlns:a16="http://schemas.microsoft.com/office/drawing/2014/main" id="{59B0B780-6E0C-AE56-EA45-A9610A76B9B0}"/>
              </a:ext>
            </a:extLst>
          </p:cNvPr>
          <p:cNvSpPr/>
          <p:nvPr/>
        </p:nvSpPr>
        <p:spPr>
          <a:xfrm rot="16200000">
            <a:off x="9951209" y="2104785"/>
            <a:ext cx="765171" cy="353480"/>
          </a:xfrm>
          <a:prstGeom prst="rightArrow">
            <a:avLst>
              <a:gd name="adj1" fmla="val 34738"/>
              <a:gd name="adj2" fmla="val 921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1" name="Arrow: Right 120">
            <a:extLst>
              <a:ext uri="{FF2B5EF4-FFF2-40B4-BE49-F238E27FC236}">
                <a16:creationId xmlns:a16="http://schemas.microsoft.com/office/drawing/2014/main" id="{F085B4F4-69BD-5AA0-20D1-6E9BE0EB8C5F}"/>
              </a:ext>
            </a:extLst>
          </p:cNvPr>
          <p:cNvSpPr/>
          <p:nvPr/>
        </p:nvSpPr>
        <p:spPr>
          <a:xfrm>
            <a:off x="5586622" y="3286162"/>
            <a:ext cx="902790" cy="353480"/>
          </a:xfrm>
          <a:prstGeom prst="rightArrow">
            <a:avLst>
              <a:gd name="adj1" fmla="val 34738"/>
              <a:gd name="adj2" fmla="val 921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2" name="Arrow: Right 121">
            <a:extLst>
              <a:ext uri="{FF2B5EF4-FFF2-40B4-BE49-F238E27FC236}">
                <a16:creationId xmlns:a16="http://schemas.microsoft.com/office/drawing/2014/main" id="{98E917E1-D9B3-E76F-B2DB-1DC0CCBA903C}"/>
              </a:ext>
            </a:extLst>
          </p:cNvPr>
          <p:cNvSpPr/>
          <p:nvPr/>
        </p:nvSpPr>
        <p:spPr>
          <a:xfrm rot="5400000">
            <a:off x="6798695" y="1957657"/>
            <a:ext cx="739788" cy="353480"/>
          </a:xfrm>
          <a:prstGeom prst="rightArrow">
            <a:avLst>
              <a:gd name="adj1" fmla="val 34738"/>
              <a:gd name="adj2" fmla="val 921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3936EBB-EA0F-CFC7-E35E-BF8053CF200E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ru-RU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355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19FA-5056-9586-BF1A-FF6178D8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1" descr="999999-6D594D61">
            <a:extLst>
              <a:ext uri="{FF2B5EF4-FFF2-40B4-BE49-F238E27FC236}">
                <a16:creationId xmlns:a16="http://schemas.microsoft.com/office/drawing/2014/main" id="{94EA7C4C-53F1-2631-DEE1-7E90288C51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>
            <a:off x="6648450" y="3682365"/>
            <a:ext cx="5524500" cy="322453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040801D-43AD-943D-4EDC-8B5A79574164}"/>
              </a:ext>
            </a:extLst>
          </p:cNvPr>
          <p:cNvGrpSpPr/>
          <p:nvPr/>
        </p:nvGrpSpPr>
        <p:grpSpPr>
          <a:xfrm>
            <a:off x="1446027" y="138213"/>
            <a:ext cx="1903228" cy="2854842"/>
            <a:chOff x="382772" y="574158"/>
            <a:chExt cx="1903228" cy="285484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FCF7D53-2DF0-CAA9-D0C2-5504492D3417}"/>
                </a:ext>
              </a:extLst>
            </p:cNvPr>
            <p:cNvSpPr/>
            <p:nvPr/>
          </p:nvSpPr>
          <p:spPr>
            <a:xfrm>
              <a:off x="382772" y="574158"/>
              <a:ext cx="1903228" cy="2854842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2992252-4508-9A4B-1C7F-F4DDCBFEE8E5}"/>
                </a:ext>
              </a:extLst>
            </p:cNvPr>
            <p:cNvSpPr/>
            <p:nvPr/>
          </p:nvSpPr>
          <p:spPr>
            <a:xfrm>
              <a:off x="647680" y="1095153"/>
              <a:ext cx="1380776" cy="484747"/>
            </a:xfrm>
            <a:prstGeom prst="rect">
              <a:avLst/>
            </a:prstGeom>
            <a:pattFill prst="solidDmnd">
              <a:fgClr>
                <a:srgbClr val="00B050"/>
              </a:fgClr>
              <a:bgClr>
                <a:schemeClr val="bg1"/>
              </a:bgClr>
            </a:pattFill>
            <a:ln w="76200">
              <a:solidFill>
                <a:srgbClr val="99BA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DDD877-0C75-B449-A71F-0BD94BDF0109}"/>
                </a:ext>
              </a:extLst>
            </p:cNvPr>
            <p:cNvGrpSpPr/>
            <p:nvPr/>
          </p:nvGrpSpPr>
          <p:grpSpPr>
            <a:xfrm>
              <a:off x="1275907" y="1774512"/>
              <a:ext cx="102937" cy="454134"/>
              <a:chOff x="2722880" y="2255520"/>
              <a:chExt cx="172720" cy="762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36086ED-CF0B-E43A-4242-7FFB33E1A1AF}"/>
                  </a:ext>
                </a:extLst>
              </p:cNvPr>
              <p:cNvSpPr/>
              <p:nvPr/>
            </p:nvSpPr>
            <p:spPr>
              <a:xfrm>
                <a:off x="2722880" y="225552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693930A-5D89-7CBC-5174-A602912E5372}"/>
                  </a:ext>
                </a:extLst>
              </p:cNvPr>
              <p:cNvSpPr/>
              <p:nvPr/>
            </p:nvSpPr>
            <p:spPr>
              <a:xfrm>
                <a:off x="2722880" y="255016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748E62F-3890-B9B5-B188-CF3CB9D97AD9}"/>
                  </a:ext>
                </a:extLst>
              </p:cNvPr>
              <p:cNvSpPr/>
              <p:nvPr/>
            </p:nvSpPr>
            <p:spPr>
              <a:xfrm>
                <a:off x="2722880" y="284480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3B5D48-2B56-41F7-3D95-65F5BED0F826}"/>
                </a:ext>
              </a:extLst>
            </p:cNvPr>
            <p:cNvSpPr/>
            <p:nvPr/>
          </p:nvSpPr>
          <p:spPr>
            <a:xfrm>
              <a:off x="647680" y="2410850"/>
              <a:ext cx="1380776" cy="484747"/>
            </a:xfrm>
            <a:prstGeom prst="rect">
              <a:avLst/>
            </a:prstGeom>
            <a:pattFill prst="solidDmnd">
              <a:fgClr>
                <a:srgbClr val="00B050"/>
              </a:fgClr>
              <a:bgClr>
                <a:schemeClr val="bg1"/>
              </a:bgClr>
            </a:pattFill>
            <a:ln w="76200">
              <a:solidFill>
                <a:srgbClr val="99BA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D7A8B5-8294-F3E9-C2CD-3838052955C5}"/>
              </a:ext>
            </a:extLst>
          </p:cNvPr>
          <p:cNvGrpSpPr/>
          <p:nvPr/>
        </p:nvGrpSpPr>
        <p:grpSpPr>
          <a:xfrm>
            <a:off x="1446027" y="3870259"/>
            <a:ext cx="1903228" cy="2854842"/>
            <a:chOff x="382772" y="574158"/>
            <a:chExt cx="1903228" cy="285484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AAC582F-0BCB-F7E9-8237-D336B5E909B1}"/>
                </a:ext>
              </a:extLst>
            </p:cNvPr>
            <p:cNvSpPr/>
            <p:nvPr/>
          </p:nvSpPr>
          <p:spPr>
            <a:xfrm>
              <a:off x="382772" y="574158"/>
              <a:ext cx="1903228" cy="2854842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872ADE-986B-BABD-CEE9-0741B51F3910}"/>
                </a:ext>
              </a:extLst>
            </p:cNvPr>
            <p:cNvSpPr/>
            <p:nvPr/>
          </p:nvSpPr>
          <p:spPr>
            <a:xfrm>
              <a:off x="647680" y="1095153"/>
              <a:ext cx="1380776" cy="484747"/>
            </a:xfrm>
            <a:prstGeom prst="rect">
              <a:avLst/>
            </a:prstGeom>
            <a:pattFill prst="solidDmnd">
              <a:fgClr>
                <a:srgbClr val="00B050"/>
              </a:fgClr>
              <a:bgClr>
                <a:schemeClr val="bg1"/>
              </a:bgClr>
            </a:pattFill>
            <a:ln w="76200">
              <a:solidFill>
                <a:srgbClr val="99BA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11AF8C9-E790-A4F2-7D37-E6AE3E08C7A9}"/>
                </a:ext>
              </a:extLst>
            </p:cNvPr>
            <p:cNvGrpSpPr/>
            <p:nvPr/>
          </p:nvGrpSpPr>
          <p:grpSpPr>
            <a:xfrm>
              <a:off x="1275907" y="1774512"/>
              <a:ext cx="102937" cy="454134"/>
              <a:chOff x="2722880" y="2255520"/>
              <a:chExt cx="172720" cy="762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01439A1-893B-9D8D-286D-3DE6ACAC4DA5}"/>
                  </a:ext>
                </a:extLst>
              </p:cNvPr>
              <p:cNvSpPr/>
              <p:nvPr/>
            </p:nvSpPr>
            <p:spPr>
              <a:xfrm>
                <a:off x="2722880" y="225552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6B5EDB6-BBF1-6B58-E33D-A0DC4D46D397}"/>
                  </a:ext>
                </a:extLst>
              </p:cNvPr>
              <p:cNvSpPr/>
              <p:nvPr/>
            </p:nvSpPr>
            <p:spPr>
              <a:xfrm>
                <a:off x="2722880" y="255016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D3DCA72-F865-9D62-2171-E1741EABB5CA}"/>
                  </a:ext>
                </a:extLst>
              </p:cNvPr>
              <p:cNvSpPr/>
              <p:nvPr/>
            </p:nvSpPr>
            <p:spPr>
              <a:xfrm>
                <a:off x="2722880" y="2844800"/>
                <a:ext cx="172720" cy="172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36150B-C3FD-6C29-8276-BE62A36BD7F3}"/>
                </a:ext>
              </a:extLst>
            </p:cNvPr>
            <p:cNvSpPr/>
            <p:nvPr/>
          </p:nvSpPr>
          <p:spPr>
            <a:xfrm>
              <a:off x="647680" y="2410850"/>
              <a:ext cx="1380776" cy="484747"/>
            </a:xfrm>
            <a:prstGeom prst="rect">
              <a:avLst/>
            </a:prstGeom>
            <a:pattFill prst="solidDmnd">
              <a:fgClr>
                <a:srgbClr val="00B050"/>
              </a:fgClr>
              <a:bgClr>
                <a:schemeClr val="bg1"/>
              </a:bgClr>
            </a:pattFill>
            <a:ln w="76200">
              <a:solidFill>
                <a:srgbClr val="99BA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D640A11-3DE0-D3E7-4F70-F2BC085D9128}"/>
              </a:ext>
            </a:extLst>
          </p:cNvPr>
          <p:cNvGrpSpPr/>
          <p:nvPr/>
        </p:nvGrpSpPr>
        <p:grpSpPr>
          <a:xfrm>
            <a:off x="2328529" y="3124968"/>
            <a:ext cx="137828" cy="608065"/>
            <a:chOff x="2722880" y="2255520"/>
            <a:chExt cx="172720" cy="762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2A558A7-3F88-AF61-86CB-595490F7A01E}"/>
                </a:ext>
              </a:extLst>
            </p:cNvPr>
            <p:cNvSpPr/>
            <p:nvPr/>
          </p:nvSpPr>
          <p:spPr>
            <a:xfrm>
              <a:off x="2722880" y="2255520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731EA0A-3B6E-C5F9-2D86-55021326BDBE}"/>
                </a:ext>
              </a:extLst>
            </p:cNvPr>
            <p:cNvSpPr/>
            <p:nvPr/>
          </p:nvSpPr>
          <p:spPr>
            <a:xfrm>
              <a:off x="2722880" y="2550160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D4CE0AF-789F-F663-5727-50D5DD638E94}"/>
                </a:ext>
              </a:extLst>
            </p:cNvPr>
            <p:cNvSpPr/>
            <p:nvPr/>
          </p:nvSpPr>
          <p:spPr>
            <a:xfrm>
              <a:off x="2722880" y="2844800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7" name="Right Brace 26">
            <a:extLst>
              <a:ext uri="{FF2B5EF4-FFF2-40B4-BE49-F238E27FC236}">
                <a16:creationId xmlns:a16="http://schemas.microsoft.com/office/drawing/2014/main" id="{D30EF774-2A27-929B-C3B3-560DCC5C2C65}"/>
              </a:ext>
            </a:extLst>
          </p:cNvPr>
          <p:cNvSpPr/>
          <p:nvPr/>
        </p:nvSpPr>
        <p:spPr>
          <a:xfrm>
            <a:off x="3753293" y="515679"/>
            <a:ext cx="946298" cy="5826642"/>
          </a:xfrm>
          <a:prstGeom prst="rightBrace">
            <a:avLst>
              <a:gd name="adj1" fmla="val 45412"/>
              <a:gd name="adj2" fmla="val 50000"/>
            </a:avLst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C8EDACB-9CD9-95C1-74B5-7F31605A19F0}"/>
              </a:ext>
            </a:extLst>
          </p:cNvPr>
          <p:cNvSpPr/>
          <p:nvPr/>
        </p:nvSpPr>
        <p:spPr>
          <a:xfrm>
            <a:off x="5755189" y="3141980"/>
            <a:ext cx="1961074" cy="57404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6EE0CB-8898-5CBF-9200-1EE8E2F52CB4}"/>
              </a:ext>
            </a:extLst>
          </p:cNvPr>
          <p:cNvSpPr txBox="1"/>
          <p:nvPr/>
        </p:nvSpPr>
        <p:spPr>
          <a:xfrm>
            <a:off x="4859079" y="1685240"/>
            <a:ext cx="37532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Объединение верифицированых рефератов кластеров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6DEA7B-1265-BEFE-47FF-21AA13F08983}"/>
              </a:ext>
            </a:extLst>
          </p:cNvPr>
          <p:cNvSpPr/>
          <p:nvPr/>
        </p:nvSpPr>
        <p:spPr>
          <a:xfrm>
            <a:off x="9008415" y="2307262"/>
            <a:ext cx="1737558" cy="2243476"/>
          </a:xfrm>
          <a:prstGeom prst="rect">
            <a:avLst/>
          </a:prstGeom>
          <a:pattFill prst="solidDmnd">
            <a:fgClr>
              <a:srgbClr val="00B050"/>
            </a:fgClr>
            <a:bgClr>
              <a:schemeClr val="bg1"/>
            </a:bgClr>
          </a:pattFill>
          <a:ln w="76200">
            <a:solidFill>
              <a:srgbClr val="99B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9BB526-3F97-485B-7E7E-1E91BBDC576A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28217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C721B-54E9-DF53-DE5D-95D0DF2E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9">
            <a:extLst>
              <a:ext uri="{FF2B5EF4-FFF2-40B4-BE49-F238E27FC236}">
                <a16:creationId xmlns:a16="http://schemas.microsoft.com/office/drawing/2014/main" id="{7A9F8252-44E1-FA8B-5560-D2AB376A4C58}"/>
              </a:ext>
            </a:extLst>
          </p:cNvPr>
          <p:cNvSpPr txBox="1"/>
          <p:nvPr/>
        </p:nvSpPr>
        <p:spPr>
          <a:xfrm>
            <a:off x="2622443" y="3042035"/>
            <a:ext cx="6947114" cy="7739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lvl="1" algn="ctr">
              <a:lnSpc>
                <a:spcPts val="6000"/>
              </a:lnSpc>
            </a:pPr>
            <a:r>
              <a:rPr lang="ru-RU" altLang="zh-CN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+mn-lt"/>
              </a:rPr>
              <a:t>Экспериментальная часть</a:t>
            </a:r>
            <a:endParaRPr lang="zh-CN" altLang="en-US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+mn-lt"/>
            </a:endParaRPr>
          </a:p>
        </p:txBody>
      </p:sp>
      <p:pic>
        <p:nvPicPr>
          <p:cNvPr id="2" name="图片 1" descr="51miz-E818107-6D594D61">
            <a:extLst>
              <a:ext uri="{FF2B5EF4-FFF2-40B4-BE49-F238E27FC236}">
                <a16:creationId xmlns:a16="http://schemas.microsoft.com/office/drawing/2014/main" id="{F12A805E-DEBE-4DA1-F26C-BF3DC2C9B57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 rot="9540000">
            <a:off x="-5945375" y="-907415"/>
            <a:ext cx="8521700" cy="8901430"/>
          </a:xfrm>
          <a:prstGeom prst="rect">
            <a:avLst/>
          </a:prstGeom>
        </p:spPr>
      </p:pic>
      <p:pic>
        <p:nvPicPr>
          <p:cNvPr id="3" name="图片 2" descr="51miz-E818107-6D594D61">
            <a:extLst>
              <a:ext uri="{FF2B5EF4-FFF2-40B4-BE49-F238E27FC236}">
                <a16:creationId xmlns:a16="http://schemas.microsoft.com/office/drawing/2014/main" id="{89EC7E34-E127-19D8-C6BA-7DD575F38D1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 rot="15140164" flipH="1">
            <a:off x="9415235" y="-1021715"/>
            <a:ext cx="8521700" cy="8901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4F75D2-D1C4-6FE7-53A6-6C06EEB02DF8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07311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91A7E-5E40-693E-5B3C-0A54E710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" descr="999999-6D594D61">
            <a:extLst>
              <a:ext uri="{FF2B5EF4-FFF2-40B4-BE49-F238E27FC236}">
                <a16:creationId xmlns:a16="http://schemas.microsoft.com/office/drawing/2014/main" id="{34946192-8BF6-65C9-F4A8-855C57A986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>
            <a:off x="6648450" y="3682365"/>
            <a:ext cx="5524500" cy="3224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6D46A0-1FB4-7469-21F3-B4B731FE0165}"/>
              </a:ext>
            </a:extLst>
          </p:cNvPr>
          <p:cNvSpPr txBox="1"/>
          <p:nvPr/>
        </p:nvSpPr>
        <p:spPr>
          <a:xfrm>
            <a:off x="5354321" y="498383"/>
            <a:ext cx="66622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Сбор новостных статей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B407461-270F-2398-74F5-DAECD35FD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81" y="554798"/>
            <a:ext cx="4278157" cy="71302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D308F5B-A4A2-90D9-BBD2-8A9DEE864ABB}"/>
              </a:ext>
            </a:extLst>
          </p:cNvPr>
          <p:cNvSpPr/>
          <p:nvPr/>
        </p:nvSpPr>
        <p:spPr>
          <a:xfrm>
            <a:off x="345440" y="1977144"/>
            <a:ext cx="4348480" cy="434848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2E1AA5-2E87-1AD3-1940-2C7184EC5BB8}"/>
              </a:ext>
            </a:extLst>
          </p:cNvPr>
          <p:cNvSpPr/>
          <p:nvPr/>
        </p:nvSpPr>
        <p:spPr>
          <a:xfrm>
            <a:off x="1595607" y="3227312"/>
            <a:ext cx="1848145" cy="1848145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1DE444-2BF0-056C-57EE-9A957BD97C39}"/>
              </a:ext>
            </a:extLst>
          </p:cNvPr>
          <p:cNvCxnSpPr>
            <a:stCxn id="9" idx="7"/>
          </p:cNvCxnSpPr>
          <p:nvPr/>
        </p:nvCxnSpPr>
        <p:spPr>
          <a:xfrm>
            <a:off x="3173097" y="3497967"/>
            <a:ext cx="931543" cy="908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D21042-F50E-F76A-57F5-A66FDBD41844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3173097" y="2733040"/>
            <a:ext cx="2380822" cy="76492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2C005A-650D-9A2C-1042-5E58FF958473}"/>
              </a:ext>
            </a:extLst>
          </p:cNvPr>
          <p:cNvCxnSpPr>
            <a:cxnSpLocks/>
          </p:cNvCxnSpPr>
          <p:nvPr/>
        </p:nvCxnSpPr>
        <p:spPr>
          <a:xfrm>
            <a:off x="5553919" y="2733040"/>
            <a:ext cx="84688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D5EDCC3-1441-1745-8B07-FD1041D0929B}"/>
              </a:ext>
            </a:extLst>
          </p:cNvPr>
          <p:cNvCxnSpPr>
            <a:cxnSpLocks/>
            <a:stCxn id="8" idx="5"/>
          </p:cNvCxnSpPr>
          <p:nvPr/>
        </p:nvCxnSpPr>
        <p:spPr>
          <a:xfrm flipV="1">
            <a:off x="4057100" y="4963183"/>
            <a:ext cx="1496819" cy="72562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08D40C-B2EA-C8E8-7518-AB5EB1A855DE}"/>
              </a:ext>
            </a:extLst>
          </p:cNvPr>
          <p:cNvCxnSpPr>
            <a:cxnSpLocks/>
          </p:cNvCxnSpPr>
          <p:nvPr/>
        </p:nvCxnSpPr>
        <p:spPr>
          <a:xfrm>
            <a:off x="5553919" y="4968728"/>
            <a:ext cx="8599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103EA3-8180-E08F-3108-8523F74B9C4B}"/>
              </a:ext>
            </a:extLst>
          </p:cNvPr>
          <p:cNvSpPr txBox="1"/>
          <p:nvPr/>
        </p:nvSpPr>
        <p:spPr>
          <a:xfrm>
            <a:off x="6400800" y="2040542"/>
            <a:ext cx="5029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en-US" sz="2800" b="0" dirty="0"/>
              <a:t>586 </a:t>
            </a:r>
            <a:r>
              <a:rPr lang="ru-RU" sz="2800" b="0" dirty="0"/>
              <a:t>новостных статей для сравнения</a:t>
            </a:r>
            <a:r>
              <a:rPr lang="en-US" sz="2800" b="0" dirty="0"/>
              <a:t> </a:t>
            </a:r>
            <a:r>
              <a:rPr lang="ru-RU" sz="2800" b="0" dirty="0"/>
              <a:t>экстрактивных  методов реферирования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E5A20-AE0B-4D0B-0AB3-CE0565130D5B}"/>
              </a:ext>
            </a:extLst>
          </p:cNvPr>
          <p:cNvSpPr txBox="1"/>
          <p:nvPr/>
        </p:nvSpPr>
        <p:spPr>
          <a:xfrm>
            <a:off x="6400800" y="4486100"/>
            <a:ext cx="50160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ru-RU" sz="2800" b="0" dirty="0"/>
              <a:t>новостные статьи за  2025 год для формирования корпусов новостных корпус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AE9DD0-30B6-6CFB-0C2A-BAEE0E306103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endParaRPr lang="ru-RU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23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908B6-7167-F371-C0E1-9EB61F5C5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 descr="999999-6D594D61">
            <a:extLst>
              <a:ext uri="{FF2B5EF4-FFF2-40B4-BE49-F238E27FC236}">
                <a16:creationId xmlns:a16="http://schemas.microsoft.com/office/drawing/2014/main" id="{261B7D14-9242-9CD0-F18F-D09BC5D107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 flipV="1">
            <a:off x="6667500" y="0"/>
            <a:ext cx="5524500" cy="322453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B419218-FC03-BB91-9001-FAEB464AE4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6688828"/>
              </p:ext>
            </p:extLst>
          </p:nvPr>
        </p:nvGraphicFramePr>
        <p:xfrm>
          <a:off x="965791" y="8861"/>
          <a:ext cx="10260418" cy="6840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753065-FD1B-02FD-7655-BF78F82DD5FB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57094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23EC9-E3EC-F1D6-8C0C-99DFF0A1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999999-6D594D61">
            <a:extLst>
              <a:ext uri="{FF2B5EF4-FFF2-40B4-BE49-F238E27FC236}">
                <a16:creationId xmlns:a16="http://schemas.microsoft.com/office/drawing/2014/main" id="{C7ECAB49-7D2F-3422-C786-FCAFACDD68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 flipV="1">
            <a:off x="6667500" y="0"/>
            <a:ext cx="5524500" cy="32245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2B0304-8FC9-E24A-A9F6-34D84F27D8B4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</a:t>
            </a:r>
            <a:endParaRPr lang="ru-RU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81B4862-8996-DFAF-30C7-4EE6D1909164}"/>
              </a:ext>
            </a:extLst>
          </p:cNvPr>
          <p:cNvGrpSpPr/>
          <p:nvPr/>
        </p:nvGrpSpPr>
        <p:grpSpPr>
          <a:xfrm>
            <a:off x="1173075" y="146114"/>
            <a:ext cx="9845850" cy="6565772"/>
            <a:chOff x="91439" y="127885"/>
            <a:chExt cx="9845850" cy="656577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72FEA34-0E98-6010-5AA2-4C4C3D597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" y="127892"/>
              <a:ext cx="3281949" cy="218858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23EAE95-92C1-4DA7-256A-0F2A86304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39" y="2316480"/>
              <a:ext cx="3281950" cy="218858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ECDAA1C-86A5-8143-CFBB-69F770A8A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39" y="4505068"/>
              <a:ext cx="3281950" cy="218858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D060541-9F7A-4E7A-2E94-004832131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3389" y="127892"/>
              <a:ext cx="3281950" cy="218858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1609871-0545-7B8F-9E4C-A69C90628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3389" y="2316478"/>
              <a:ext cx="3281950" cy="218858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F4BD5BA-BB86-2B7B-FE7A-E481DF27F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3389" y="4505064"/>
              <a:ext cx="3281950" cy="218858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9B2E05C-4FD1-F0DD-F449-A2C62CCB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5338" y="127885"/>
              <a:ext cx="3281951" cy="2188589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69C4562-548C-B4C8-D0C0-3AD0FE529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5338" y="2316477"/>
              <a:ext cx="3281950" cy="218858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38D7F7C-8CDD-BA17-2101-E25A8EEDC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5338" y="4505063"/>
              <a:ext cx="3281950" cy="21885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2832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DBD5C-20A7-75CE-163E-7D7925E1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999999-6D594D61">
            <a:extLst>
              <a:ext uri="{FF2B5EF4-FFF2-40B4-BE49-F238E27FC236}">
                <a16:creationId xmlns:a16="http://schemas.microsoft.com/office/drawing/2014/main" id="{D4375B3A-78D9-3CD0-5F9A-03243A733A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 flipV="1">
            <a:off x="6667500" y="0"/>
            <a:ext cx="5524500" cy="32245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7CB2B8-D519-F264-D4D8-090C6CC1DA2B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</a:t>
            </a:r>
            <a:endParaRPr lang="ru-RU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77D6EDA-D270-C95E-3022-4FB99DF361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0835724"/>
              </p:ext>
            </p:extLst>
          </p:nvPr>
        </p:nvGraphicFramePr>
        <p:xfrm>
          <a:off x="1222376" y="179917"/>
          <a:ext cx="9747248" cy="6498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010584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10F24-8FF6-92CE-BD00-7D8AD48D0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999999-6D594D61">
            <a:extLst>
              <a:ext uri="{FF2B5EF4-FFF2-40B4-BE49-F238E27FC236}">
                <a16:creationId xmlns:a16="http://schemas.microsoft.com/office/drawing/2014/main" id="{678EB8F7-B6DE-6375-4940-FC359DEC92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 flipV="1">
            <a:off x="6667500" y="0"/>
            <a:ext cx="5524500" cy="32245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E95998-1FA3-D247-CDBF-B04F3F975C2B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</a:t>
            </a:r>
            <a:endParaRPr lang="ru-RU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5F97396-AFAF-9EC5-3215-1D9ADA83AE4E}"/>
              </a:ext>
            </a:extLst>
          </p:cNvPr>
          <p:cNvGrpSpPr/>
          <p:nvPr/>
        </p:nvGrpSpPr>
        <p:grpSpPr>
          <a:xfrm>
            <a:off x="25302" y="633220"/>
            <a:ext cx="12141396" cy="5591560"/>
            <a:chOff x="254000" y="343882"/>
            <a:chExt cx="12090793" cy="556825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AEBEE35-2A34-E337-4141-27E409F29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000" y="343884"/>
              <a:ext cx="4030264" cy="268760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8F0DED6-5E04-AF95-FA74-DCFE52203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000" y="3224530"/>
              <a:ext cx="4030264" cy="268760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DCA3FAB-A021-1220-26DA-57B655498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4264" y="343884"/>
              <a:ext cx="4030264" cy="268760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70F6A42-2544-A4FB-8C59-22B8740D8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4264" y="3224529"/>
              <a:ext cx="4030264" cy="268760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003F26B-B9CE-EB0F-55D2-48C726302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4528" y="343882"/>
              <a:ext cx="4030265" cy="268760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B18391B-DE06-FEE4-F179-652B871F1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4528" y="3224529"/>
              <a:ext cx="4030264" cy="26876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2906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0FA78-23AB-EE11-957E-23DD7D3F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999999-6D594D61">
            <a:extLst>
              <a:ext uri="{FF2B5EF4-FFF2-40B4-BE49-F238E27FC236}">
                <a16:creationId xmlns:a16="http://schemas.microsoft.com/office/drawing/2014/main" id="{9E7F2173-A45E-B61B-69A9-C77D5214A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 flipV="1">
            <a:off x="6667500" y="0"/>
            <a:ext cx="5524500" cy="32245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8CAFA2-DC28-A322-563F-5B2745E52592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884011A-AECF-3C3E-3D2A-EA8B600BFE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0281820"/>
              </p:ext>
            </p:extLst>
          </p:nvPr>
        </p:nvGraphicFramePr>
        <p:xfrm>
          <a:off x="1222376" y="179917"/>
          <a:ext cx="9747248" cy="6498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41711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5EF99-2BAD-C2E2-3BB0-A0D27D0B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9">
            <a:extLst>
              <a:ext uri="{FF2B5EF4-FFF2-40B4-BE49-F238E27FC236}">
                <a16:creationId xmlns:a16="http://schemas.microsoft.com/office/drawing/2014/main" id="{07507663-9201-148E-E9D9-111BC5E74590}"/>
              </a:ext>
            </a:extLst>
          </p:cNvPr>
          <p:cNvSpPr txBox="1"/>
          <p:nvPr/>
        </p:nvSpPr>
        <p:spPr>
          <a:xfrm>
            <a:off x="2622443" y="3042035"/>
            <a:ext cx="6947114" cy="7739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lvl="1" algn="ctr">
              <a:lnSpc>
                <a:spcPts val="6000"/>
              </a:lnSpc>
            </a:pPr>
            <a:r>
              <a:rPr lang="ru-RU" altLang="zh-CN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+mn-lt"/>
              </a:rPr>
              <a:t>Заключение</a:t>
            </a:r>
            <a:endParaRPr lang="zh-CN" altLang="en-US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+mn-lt"/>
            </a:endParaRPr>
          </a:p>
        </p:txBody>
      </p:sp>
      <p:pic>
        <p:nvPicPr>
          <p:cNvPr id="2" name="图片 1" descr="51miz-E818107-6D594D61">
            <a:extLst>
              <a:ext uri="{FF2B5EF4-FFF2-40B4-BE49-F238E27FC236}">
                <a16:creationId xmlns:a16="http://schemas.microsoft.com/office/drawing/2014/main" id="{23B7CC4A-4FF5-B872-C7FB-DEDA37C841C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 rot="9540000">
            <a:off x="-5945375" y="-907415"/>
            <a:ext cx="8521700" cy="8901430"/>
          </a:xfrm>
          <a:prstGeom prst="rect">
            <a:avLst/>
          </a:prstGeom>
        </p:spPr>
      </p:pic>
      <p:pic>
        <p:nvPicPr>
          <p:cNvPr id="3" name="图片 2" descr="51miz-E818107-6D594D61">
            <a:extLst>
              <a:ext uri="{FF2B5EF4-FFF2-40B4-BE49-F238E27FC236}">
                <a16:creationId xmlns:a16="http://schemas.microsoft.com/office/drawing/2014/main" id="{B97B980F-D852-50FA-416B-4C893273E82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 rot="15140164" flipH="1">
            <a:off x="9415235" y="-1021715"/>
            <a:ext cx="8521700" cy="8901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24904C-5CF6-2948-AA5C-40126AF5474B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056007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493AD-74BE-30C7-5250-15A2C8292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999999-6D594D61">
            <a:extLst>
              <a:ext uri="{FF2B5EF4-FFF2-40B4-BE49-F238E27FC236}">
                <a16:creationId xmlns:a16="http://schemas.microsoft.com/office/drawing/2014/main" id="{41C40887-18FF-F263-D46A-F80F3E7473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r="15530"/>
          <a:stretch>
            <a:fillRect/>
          </a:stretch>
        </p:blipFill>
        <p:spPr>
          <a:xfrm flipV="1">
            <a:off x="6667500" y="0"/>
            <a:ext cx="5524500" cy="32245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399C8D-10BE-681F-38B2-5EC467DFC8CF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B9772-7816-336D-9226-091BCDB96CE0}"/>
              </a:ext>
            </a:extLst>
          </p:cNvPr>
          <p:cNvSpPr txBox="1"/>
          <p:nvPr/>
        </p:nvSpPr>
        <p:spPr>
          <a:xfrm>
            <a:off x="1320800" y="410537"/>
            <a:ext cx="105373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280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Предпочтительный вариант реализации алгоритма: использование гибридного подхода, заключающегося в последовательном применении метода </a:t>
            </a:r>
            <a:r>
              <a:rPr lang="en-US" dirty="0" err="1"/>
              <a:t>TextRank</a:t>
            </a:r>
            <a:r>
              <a:rPr lang="ru-RU" dirty="0"/>
              <a:t> и большой языковой модели.</a:t>
            </a:r>
          </a:p>
        </p:txBody>
      </p:sp>
      <p:grpSp>
        <p:nvGrpSpPr>
          <p:cNvPr id="4" name="Google Shape;15156;p74">
            <a:extLst>
              <a:ext uri="{FF2B5EF4-FFF2-40B4-BE49-F238E27FC236}">
                <a16:creationId xmlns:a16="http://schemas.microsoft.com/office/drawing/2014/main" id="{349BDE89-6F37-4394-FBC3-E39927B44B23}"/>
              </a:ext>
            </a:extLst>
          </p:cNvPr>
          <p:cNvGrpSpPr/>
          <p:nvPr/>
        </p:nvGrpSpPr>
        <p:grpSpPr>
          <a:xfrm>
            <a:off x="210017" y="950549"/>
            <a:ext cx="1009181" cy="744531"/>
            <a:chOff x="5223609" y="3731112"/>
            <a:chExt cx="371782" cy="274285"/>
          </a:xfrm>
        </p:grpSpPr>
        <p:sp>
          <p:nvSpPr>
            <p:cNvPr id="7" name="Google Shape;15157;p74">
              <a:extLst>
                <a:ext uri="{FF2B5EF4-FFF2-40B4-BE49-F238E27FC236}">
                  <a16:creationId xmlns:a16="http://schemas.microsoft.com/office/drawing/2014/main" id="{E42F3AFF-1BE3-2953-956D-F766D3E6BFE0}"/>
                </a:ext>
              </a:extLst>
            </p:cNvPr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rgbClr val="9FAEB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" name="Google Shape;15158;p74">
              <a:extLst>
                <a:ext uri="{FF2B5EF4-FFF2-40B4-BE49-F238E27FC236}">
                  <a16:creationId xmlns:a16="http://schemas.microsoft.com/office/drawing/2014/main" id="{14B67D13-80B1-2E4B-3463-D53A1759C0DB}"/>
                </a:ext>
              </a:extLst>
            </p:cNvPr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F18A50A-7E71-666C-813D-1FEDFC7F659E}"/>
              </a:ext>
            </a:extLst>
          </p:cNvPr>
          <p:cNvSpPr txBox="1"/>
          <p:nvPr/>
        </p:nvSpPr>
        <p:spPr>
          <a:xfrm>
            <a:off x="1320800" y="2915882"/>
            <a:ext cx="105373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280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 Число кластеров выбирается в зависимости от располагаемых вычислительных мощностей, а значение порога вероятности класса </a:t>
            </a:r>
            <a:r>
              <a:rPr lang="en-US" dirty="0"/>
              <a:t>entailment </a:t>
            </a:r>
            <a:r>
              <a:rPr lang="ru-RU" dirty="0"/>
              <a:t>– не ниже 0,7.</a:t>
            </a:r>
          </a:p>
        </p:txBody>
      </p:sp>
      <p:grpSp>
        <p:nvGrpSpPr>
          <p:cNvPr id="10" name="Google Shape;15156;p74">
            <a:extLst>
              <a:ext uri="{FF2B5EF4-FFF2-40B4-BE49-F238E27FC236}">
                <a16:creationId xmlns:a16="http://schemas.microsoft.com/office/drawing/2014/main" id="{4DCEC949-5277-8762-B999-DD428E25BAA3}"/>
              </a:ext>
            </a:extLst>
          </p:cNvPr>
          <p:cNvGrpSpPr/>
          <p:nvPr/>
        </p:nvGrpSpPr>
        <p:grpSpPr>
          <a:xfrm>
            <a:off x="223584" y="3236114"/>
            <a:ext cx="1009181" cy="744531"/>
            <a:chOff x="5223609" y="3731112"/>
            <a:chExt cx="371782" cy="274285"/>
          </a:xfrm>
        </p:grpSpPr>
        <p:sp>
          <p:nvSpPr>
            <p:cNvPr id="11" name="Google Shape;15157;p74">
              <a:extLst>
                <a:ext uri="{FF2B5EF4-FFF2-40B4-BE49-F238E27FC236}">
                  <a16:creationId xmlns:a16="http://schemas.microsoft.com/office/drawing/2014/main" id="{E20C64C5-A0EB-AE12-5E04-23D4150819A0}"/>
                </a:ext>
              </a:extLst>
            </p:cNvPr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rgbClr val="9FAEB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" name="Google Shape;15158;p74">
              <a:extLst>
                <a:ext uri="{FF2B5EF4-FFF2-40B4-BE49-F238E27FC236}">
                  <a16:creationId xmlns:a16="http://schemas.microsoft.com/office/drawing/2014/main" id="{45CBE437-30DD-A2C4-D971-4618495B4F87}"/>
                </a:ext>
              </a:extLst>
            </p:cNvPr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DDC93A2-5123-6BE2-C867-3378FC964A4E}"/>
              </a:ext>
            </a:extLst>
          </p:cNvPr>
          <p:cNvSpPr txBox="1"/>
          <p:nvPr/>
        </p:nvSpPr>
        <p:spPr>
          <a:xfrm>
            <a:off x="1320800" y="4990341"/>
            <a:ext cx="105373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280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Экспертная оценка показала, что конечный реферат хорошо обобщает содержание корпуса новостных статей, накопившихся за весь день.</a:t>
            </a:r>
          </a:p>
        </p:txBody>
      </p:sp>
      <p:grpSp>
        <p:nvGrpSpPr>
          <p:cNvPr id="14" name="Google Shape;15156;p74">
            <a:extLst>
              <a:ext uri="{FF2B5EF4-FFF2-40B4-BE49-F238E27FC236}">
                <a16:creationId xmlns:a16="http://schemas.microsoft.com/office/drawing/2014/main" id="{9B18DB13-0B69-DD91-6A50-42BBCF011F8C}"/>
              </a:ext>
            </a:extLst>
          </p:cNvPr>
          <p:cNvGrpSpPr/>
          <p:nvPr/>
        </p:nvGrpSpPr>
        <p:grpSpPr>
          <a:xfrm>
            <a:off x="223584" y="5310572"/>
            <a:ext cx="1009181" cy="744531"/>
            <a:chOff x="5223609" y="3731112"/>
            <a:chExt cx="371782" cy="274285"/>
          </a:xfrm>
        </p:grpSpPr>
        <p:sp>
          <p:nvSpPr>
            <p:cNvPr id="15" name="Google Shape;15157;p74">
              <a:extLst>
                <a:ext uri="{FF2B5EF4-FFF2-40B4-BE49-F238E27FC236}">
                  <a16:creationId xmlns:a16="http://schemas.microsoft.com/office/drawing/2014/main" id="{733CF6BB-7197-4C93-BADD-6CD9C0268659}"/>
                </a:ext>
              </a:extLst>
            </p:cNvPr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rgbClr val="9FAEB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" name="Google Shape;15158;p74">
              <a:extLst>
                <a:ext uri="{FF2B5EF4-FFF2-40B4-BE49-F238E27FC236}">
                  <a16:creationId xmlns:a16="http://schemas.microsoft.com/office/drawing/2014/main" id="{F5A0EC04-5D81-519A-F79D-C5F8502BFDC6}"/>
                </a:ext>
              </a:extLst>
            </p:cNvPr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2739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B8054-9D2A-D36F-8F88-BCC193026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9">
            <a:extLst>
              <a:ext uri="{FF2B5EF4-FFF2-40B4-BE49-F238E27FC236}">
                <a16:creationId xmlns:a16="http://schemas.microsoft.com/office/drawing/2014/main" id="{25105D56-70B0-28C9-F9F4-3224D7B38133}"/>
              </a:ext>
            </a:extLst>
          </p:cNvPr>
          <p:cNvSpPr txBox="1"/>
          <p:nvPr/>
        </p:nvSpPr>
        <p:spPr>
          <a:xfrm>
            <a:off x="2622443" y="3042035"/>
            <a:ext cx="6947114" cy="7739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lvl="1" algn="ctr">
              <a:lnSpc>
                <a:spcPts val="6000"/>
              </a:lnSpc>
            </a:pPr>
            <a:r>
              <a:rPr lang="ru-RU" altLang="zh-CN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+mn-lt"/>
              </a:rPr>
              <a:t>Спасибо за внимание!</a:t>
            </a:r>
            <a:endParaRPr lang="zh-CN" altLang="en-US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+mn-lt"/>
            </a:endParaRPr>
          </a:p>
        </p:txBody>
      </p:sp>
      <p:pic>
        <p:nvPicPr>
          <p:cNvPr id="2" name="图片 1" descr="51miz-E818107-6D594D61">
            <a:extLst>
              <a:ext uri="{FF2B5EF4-FFF2-40B4-BE49-F238E27FC236}">
                <a16:creationId xmlns:a16="http://schemas.microsoft.com/office/drawing/2014/main" id="{0AEA059A-E38D-0CB3-562F-EC59C812754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 rot="9540000">
            <a:off x="-5945375" y="-907415"/>
            <a:ext cx="8521700" cy="8901430"/>
          </a:xfrm>
          <a:prstGeom prst="rect">
            <a:avLst/>
          </a:prstGeom>
        </p:spPr>
      </p:pic>
      <p:pic>
        <p:nvPicPr>
          <p:cNvPr id="3" name="图片 2" descr="51miz-E818107-6D594D61">
            <a:extLst>
              <a:ext uri="{FF2B5EF4-FFF2-40B4-BE49-F238E27FC236}">
                <a16:creationId xmlns:a16="http://schemas.microsoft.com/office/drawing/2014/main" id="{7AEB5A67-504B-1D60-3C56-3D04CC763A9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 rot="15140164" flipH="1">
            <a:off x="9415235" y="-1021715"/>
            <a:ext cx="8521700" cy="8901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390B6D-A282-D427-C8D9-6F40691754A0}"/>
              </a:ext>
            </a:extLst>
          </p:cNvPr>
          <p:cNvSpPr txBox="1"/>
          <p:nvPr/>
        </p:nvSpPr>
        <p:spPr>
          <a:xfrm>
            <a:off x="11239018" y="6192456"/>
            <a:ext cx="6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498525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9FC31-ACC4-C3D9-7666-0347538F9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765A814-ECA6-0E58-00FA-CB35276A62B7}"/>
              </a:ext>
            </a:extLst>
          </p:cNvPr>
          <p:cNvSpPr txBox="1"/>
          <p:nvPr/>
        </p:nvSpPr>
        <p:spPr>
          <a:xfrm>
            <a:off x="215129" y="646124"/>
            <a:ext cx="757540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altLang="zh-CN" sz="4400" dirty="0">
                <a:sym typeface="+mn-lt"/>
              </a:rPr>
              <a:t>Автореферирование с подтверждением текстов специальной тематики</a:t>
            </a:r>
            <a:endParaRPr lang="zh-CN" altLang="en-US" sz="4400" dirty="0">
              <a:sym typeface="+mn-lt"/>
            </a:endParaRPr>
          </a:p>
        </p:txBody>
      </p:sp>
      <p:pic>
        <p:nvPicPr>
          <p:cNvPr id="7" name="图片 6" descr="51miz-E179530-5D62FB50">
            <a:extLst>
              <a:ext uri="{FF2B5EF4-FFF2-40B4-BE49-F238E27FC236}">
                <a16:creationId xmlns:a16="http://schemas.microsoft.com/office/drawing/2014/main" id="{96C64F6C-3CCB-4DD1-A250-05755FFA4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920" y="-1120600"/>
            <a:ext cx="9093200" cy="90992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A1E2244-BE55-1890-90A3-29B160908BC5}"/>
              </a:ext>
            </a:extLst>
          </p:cNvPr>
          <p:cNvSpPr txBox="1"/>
          <p:nvPr/>
        </p:nvSpPr>
        <p:spPr>
          <a:xfrm>
            <a:off x="215129" y="3775615"/>
            <a:ext cx="336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sz="3200" b="0" dirty="0"/>
              <a:t>Выполнил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6425A2-B317-F7C0-ED4C-39EA264E338A}"/>
              </a:ext>
            </a:extLst>
          </p:cNvPr>
          <p:cNvSpPr txBox="1"/>
          <p:nvPr/>
        </p:nvSpPr>
        <p:spPr>
          <a:xfrm>
            <a:off x="217967" y="5134757"/>
            <a:ext cx="33680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sz="3200" b="0" dirty="0"/>
              <a:t>Научный руководитель</a:t>
            </a:r>
          </a:p>
        </p:txBody>
      </p:sp>
    </p:spTree>
    <p:extLst>
      <p:ext uri="{BB962C8B-B14F-4D97-AF65-F5344CB8AC3E}">
        <p14:creationId xmlns:p14="http://schemas.microsoft.com/office/powerpoint/2010/main" val="6636887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2F6A98B9-95BD-45DE-BFDC-DFB5EA5F8357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PhiLEw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D4YixMCH4LIykDAACGDAAAJwAAAHVuaXZlcnNhbC9mbGFzaF9wdWJsaXNoaW5nX3NldHRpbmdzLnhtbNVX3W7aMBS+5yksT70saTu6diihqgpo1VpAhW3tVWViQ6w6dhbbUHq1p9mD7Ul2HAMFtevSH6RNCBGfn+/8n5jw6DYVaMJyzZWM8G51ByMmY0W5HEf4y6C9fYiRNkRSIpRkEZYKo6NGJczsUHCd9JkxIKoRwEhdz0yEE2OyehBMp9Mq11nuuEpYA/i6Gqs0yHKmmTQsDzJBZvBjZhnTeI5QAgC+qZJztUalglDokc4VtYIhTsFzyV1QRLQF0QkOvNiQxDfjXFlJT5RQOcrHwwi/Ozx2n4WMh2rylEmXE90AoiObOqGUOy+I6PM7hhLGxwm4e1DDaMqpSSK8V3MoIB08RCmwfejEoZwoyIE0c/iUGUKJIf7o7Rl2a/SC4El0JknK4wFwkIs/ws3B9aerXuvi7LTz+XrQ7Z4NTnveiUInWMcJg3VDITikbB6zpZ2QGEPiBPwGnRERmoXBKmkhNlJyzTl3RkMlIPeFFrRROmS0Q1K2Uo3+DZdtkNzFaASBiFmEj3NOBEbcEMHjpbK2Q224KareXpVEgAXtydB5H9+b99mJE5JrturWgqNdzuPGN2UFRTNlkeA3DBmFIH6bwlPC0Gpx0ChXaUGF9jFICw4WJ5xNGT0qcjoH/JOhKzCRWtCEXs0EM97Cd8vv0JCNVA64jEygs4HOtcevPgs4I1rfg5KFj1v9s9Nm6/q002xdbrkACZ0QGT8THArO0sxsBJ/MkFRmoQfpiInVrCgK5bTglYmt+vIyaJ5a4cv81sVYgd5gSTZj5TmF+asHpc0mZFIMohuuAhpGkENJPCYwYlgXXFpWFjAmEikpZojEsNa0G+sJV1YDxQ+wh9Yv99DrIy6L0xhWG1jMKctLQe7s7r2v7X84OPxYrwa/fvzcflJpvvB7gjhzfuOfPLnyl2v/4TYMA7elH1/aJrf/5s7uXbS+lslrp3U5KFXSVr8UXLeMVPdzGakL/5LprbxgSrkAS2nshwzWkuApN4y+ZYu9oE1e9W73PbaZNtlgzK8Zjf8mZH9aXhPX7oVh8OjF1XFSLnkKiXArcXnbbezXduCm+SirUgG09f8OjcpvUEsDBBQAAgAIAPhiLEy1/AlkugIAAFUKAAAhAAAAdW5pdmVyc2FsL2ZsYXNoX3NraW5fc2V0dGluZ3MueG1slVZtb+IwDP5+vwJx3+nulZ3UITHGSZN2t+k27XvamjYiTaokZce/vzhN1gQo9LAmEft5bMexzVK1pXzxYTJJc8GEfAatKS8VarxuQoubadZqLfgsF1wD1zMuZE3YdPHxp/2kiUVeYokdyLGcDcmhDzO3nzEUF+PbHGWIkIu6IXz/IEoxy0i+LaVoeXExtWrfgGSUbw3y6sd8tR4MwKjS9xrqKKf1Nco4SiNBKcCUvq9RLrIYyYD5SFf2M5LThzp/+wPajiqqLW35CWWI1pAS4iJfL1GG8dx4j19ljnKeoOGvNtAvn1EGoYzsQcbO776iDDJE0zb/0yONFCUWNOacf8R3DhOkMOOHWV2hXCTghTDQxVdw5bF3vQtA7ms49ymOqxTsCet6sBDw0TMGCy1bSBN/6myqEm+PrTbzAYsNYcoAQlUPejJJP5FWeTexrsf9gTfKi9CX0/SQV8HaGlZdwoG7WN/jV6tbuytCp++6IEMJO6cMUuyVPfK3qesRMlD2yGdGC3jkbH+cwaGpI/lHviXuOc/X31iBE3MsnNWfvBUjPeDoqiBVp/CYWhSwUJjOC60B3y1NrK5LKTnKKeVkR0uiqeC/EJft7WVUmhwYXK+d7qxUU83gVMPZHM2aDstlz3E/OmvckN3PQn+57jzRZovfTInWJK9q87OkphPHM2NiCjNNTjNwTxo4yHu+EQHHxh4i1URuQb4IwcaG4UKDGutedMM1BE+ToAZpcrrKqXNyqvy8rTOQa/NqFJSvcqzsgBUtK2b+9CuFNygOGAPWjqor448T+t6XgcI1ARCZV75ru0NnqVumKYMd+OEPFPbKQ3dLlenSoYZb6gfY6LDlnGZUT7pd0fdKvEMC/Qn8q0krcnxgGdH2mmTK3iyafL+G+1yixezXGTZfuMns2fVS5NjYjytolPjv5D9QSwMEFAACAAgA+GIsTCqWD2f+AgAAlwsAACYAAAB1bml2ZXJzYWwvaHRtbF9wdWJsaXNoaW5nX3NldHRpbmdzLnhtbM2Wb08aMRjA3/Mpmi6+lFPnpiN3GCMYiU6IsE1fmXItXGOvvbU98Hy1T7MPtk+yp1dAiI6dRpaFEOjTPr/nX/u04dF9KtCEacOVjPBufQcjJmNFuRxH+MvgdPsQI2OJpEQoySIsFUZHzVqY5UPBTdJn1sJSgwAjTSOzEU6szRpBMJ1O69xk2s0qkVvgm3qs0iDTzDBpmQ4yQQr4sUXGDJ4RKgDgmyo5U2vWagiFnvRZ0VwwxCl4LrkLiogzmwoc+FVDEt+NtcolPVFCaaTHwwi/Ozx2n/kaT2rxlEmXEtMEoRPbBqGUOyeI6PMHhhLGxwl4e7CP0ZRTm0R4b99RYHXwlFKyfeTEUU4UpEDaGT5lllBiiR96e5bdWzMXeBEtJEl5PIAZ5MKPcGtwe3bTa19ddC7Pbwfd7sWg0/NOlDrBKicMVg2F4JDKdcwWdkJiLYkT8Bt0RkQYFgbLovmykZIrzrkxGioBqS+1MBqBp6KI8LHmRGDELRE8XsxaosfMnnIBMTjd3fpIWvwI9PHGCdGGLRuazxiXxbj5TeWCokLlSPA7hqxCEFGewr+EoeV0o5FWaSkVxFhkBKcMTTibMnpUZmkG/JOhGzCR5qAJmy8TzHoL33P+gIZspDRwGZnAVgU5N55ffxE4I8Y8Qsncx63+RafVvu1cttrXWy5AQidExi+EQwlZmtmN8EmBpLJzPUhHTHLDyqJQTsu5KrHVX18Gw9Nc+DK/dTGW0BssyWasvKQwf/WgstmETMqD6A5XiYYjyKEkngkTMRx3LnNWFRgTiZQUBSIxNCrjjvWEq9yAxB9gjzav99DrIy7L0RhuDrCoKdOVkDu7e+/3P3w8OPzUqAe/fvzcXqs0a+E9QZw538NP1jbxRSN/2g3DwPXO59uw1fm/6sK9q/bXKpm6bF8PKhWp3a+E61ZZ1T2vsurKXxu9pSujkgvQZsb+2ECjETzlltG33DSvKPz6+9dvizcq/AajWLt9/98g/Gjx3Fp5X4XBsw/AGshXH9PN2m9QSwMEFAACAAgA+GIsTGhxUpGaAQAAHwYAAB8AAAB1bml2ZXJzYWwvaHRtbF9za2luX3NldHRpbmdzLmpzjZRNb8IwDIbv/AqUXSfEPmG7ocGkSRwmjdu0QyimVKRJlaQdHeK/rw5fTeqOxRfy8uR17CredrrVYhHrPne37rfbv/t7pwFqVudw7euiRU9RZ0YkC5glKYhEAguQ4nj0JO/OBGXMpDOdlx9oa2p+TOE/Sy5MHc8IC01ohjpcEOA3oW2owz8nsVOra19TrdHz3Fole5GSFqTtSaVT7hh29epWvcQAVgXoC+iSR+CZDtxqI8+ODwOMOhepNOOynKpY9eY8Wsda5XLRln9VZqCrT77eA/2nwcvEsxOJsW8W0jDxZIjRTmYajIFD3scJBgkLPgdR8+279QfqGTcLCugiMYk90qMbjDqd8RgaXRqOMHxMVl6Nbg4wmpyFjd0Td7cYHiF4CbphNb7H8ECV5dk/PmCmVYwdaaDNnp9QofgikfEhdR+D5PCyaNvWvXOh7vpj5j0hFTyhFfX80rbZEYKGAK03lo55TZB3StkJSpREDkVo1LQq6DliwzmC+88u49byaJVW46EajlUbuF6Dniklqtt/XbpnmKuz+wVQSwMEFAACAAgA+GIsTD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+GIsTJr5lmRrAAAAawAAABwAAAB1bml2ZXJzYWwvbG9jYWxfc2V0dGluZ3MueG1ss7GvyM1RKEstKs7Mz7NVMtQzUFJIzUvOT8nMS7dVCg1x07VQUiguScxLSczJz0u1VcrLV1Kwt+OyyclPTswJTi0pASosVijISaxMLQpJzQUySlL9EnOBKp/tmfJ8ya5n09qfr9ivpG/HBQBQSwMEFAACAAgARJRXRyO0Tvv7AgAAsAgAABQAAAB1bml2ZXJzYWwvcGxheWVyLnhtbK1V30/bMBB+LtL+h8jv2C0dA6oExJDQHsaE1LHtrTKJm3hN4sx2COWv39nO76VsSHtolZzv++58993Fv3rOUu+JScVFHqAFniOP5aGIeB4H6OHr7fE5urp8d+QXKd0z6fEoQGXODYCmyIuYCiUvNIDvqU4C1DNgYEZeIbmQXO+B+xS420gnS/TuaAYuuQpQonWxIqSqKswVIPJYibQ0JAqHIiOFZIrlmkni0kBeg13pv6Phl4mc6H3BVA9Z6LcHrklajmfFByTVEgsZk5P5fEF+3H1ehwnL6DHPlaZ5yJAHlZzZUj7ScHcnojJlythmvktyzbQ2SVjbzNcrvjjPPSXDADmHTcaUojFTOM1jRByWTID9bUpVUvOoAa3hVTte81q/jXnfNG62c6RzLsrHlKsEjvqQzjoJ9Mkwqp/Z61oFPTQKujVMyJPsV8kli+zrt1aM8wVyAVvF2TyxqkI4gKdbGmoh9zcAAxXVHcRt07BrGraglgO30dcdBWpuu2VUl5I1pZr5Tzxi4guVkhpZXGpZMp+MjDWWDME+cVeum9Q1xE90lp7+Q2+M36g1P9VrnbGA/9GYT0DU1oTnEXu+5eCjWQY11QyKbWxYFyk2MbucVPmY9XQ9MLkc66bARTxNZcxgDCOqKens5BCUSarAJSzlCNs7OAhOeJyk8NOTDOPTgzQZlbtJht7BQXAqwt0EtDW3ZSTjOo7E1CrIJxPrxA9LpUXGX6w8B3tGr6wOXxu55ui64O3B2fyPURzEaAZziyZWl3nq7avm8N7MqVadz6ZwloFaYR6YLgvn1cxCWYx8IralZapv+jk1+7AHHeU8NR3TXN9B76Ja8xfmVTwyX7rF0tQkYUYzAfpwvuwxQD9huwzCW9OhiFuRN3XAmNg3928r2mz5unWu64c67EMNnzirHMbN1EdQRyxFmUejHuKi+4ioFHbatWTUS9kWbrQ4AZGKIkDv4aG+88XpRXfls8VFg7V53bvALpc3rPQ64U5BpNZ1exG/3g3w+BtQSwMEFAACAAgA+GIsTLCHI/RsAQAA9wIAACkAAAB1bml2ZXJzYWwvc2tpbl9jdXN0b21pemF0aW9uX3NldHRpbmdzLnhtbI1S20okMRB99yuCPzBJKreGdiC3lnlR0QGfm+ns0qyml07EZcnHm3Z3GEdHNPVUdU6doiqnTb/GaJ9Snh7Hv30ep3gXch7jz7Q+Q6jdTQ/TfDOHFHJaHSr3Yxym5038MS21Wk25j0M/D3ZB0xqj7vUhJbVyqmbMMIok89Qr5Dy3FWvANWAr5iix7eqdxD/dOexCzKdV29UR+rFhE1OY8yYO4c8ajtlvoeMNLud+GCsvrQVbouynFseWQIxwyX2hGgAEstwRh4uUjdQEecw4hmIUBQqIcE4aUYikHGrWNaKqMN8IxCRj1BXqae1GWhtHbZHQEKLrNK8aW7rOSIwRIQSYK1xAZzCqbKgaGtRyQHBgQBRtNFGAOtuZjhXvvLAcKeoFxoUZAxgfjnvY7u25DtVvr7M/5xeCJ7/gJLp4a3XCXO3uaZ4reRsefz/0OaBxuDi/ufV3/mqrt5vrq/P/vnz18J61mLVu/am3XwBQSwMEFAACAAgA+GIsTAXZichKDQAA1SEAABcAAAB1bml2ZXJzYWwvdW5pdmVyc2FsLnBuZ+2a+VdS6/rAqdNpVvNU15xLvXmuOZQnp+NAmROna6UNZk61zLxhgqhoKGLTdUiJopaWiZ6sk+KAqZm6EbBDSR5E6jig4lBxFAXBgRAVkbupzr1r3fVd3z/gLn5gb57ns9/9Ps+73+d5n/1C7rEj/jobjTZCIBAdWIBPMASyBgaBfINcvxbU7Gq6MQGeViUF+3tDKF0mk6CwJvZg4EEIpI6wafnct6C8ISEgNAkC0WVqPqtYyIrzYDs4zOfgicuRkuGjebbyAdYHWdHc6rnV9Trn9ev1U78jntz8/fe7cy7o5+8MWPOuevNPOectLV79c+3W9Tt8bm8pM1Zf+Vn69/0bVNjpLpn7IulHxafSBxc9jydtD/9UTKmUUkRSt4hSSmVL3YMsLlSNla0op5EjGYrhmqZRnDFo0lknP1nFSpDpeTOEH1EPuvyMZKjR1lRm558zhnmpPnWneIOKK41V9vV4qyjsrK/7KlBuQwdl/OFner0bvwaUmu0rCUML4ij14K1/ixN+4DdIuIvFBvB0IMdKI+0iao43AlaDxy1aoAVaoAVaoAVaoAVaoAVaoAVaoAVaoAVaoAVa8L8HUAJz9QJLs2X6HtgK02i8rTRbiuvvaPYOd/p8p9lu3PL/g4/hd/5o4HrxWz/9fvihdSk2UfbGknAJtywwH0WJUL2CKlYooSlMF7yyDzmSJXlhXnszbXmsiaGSBPFbnOI5P4xPI5SVFazM3yTLjy07/M0znmNmXq7jr0svr2SFEahhZpqmYppihBrNGGLkDHbVxIgLMKe6wxvjFw71JKW9mTMXTwTMDSVxG/VmjoSALUryljhIXEMvPgxQryhdpulKaTxP/UEvs99j9tXWMK6Xcipe4EZqGkkTjwOZi2OFSEMXqIPTsAfiFHfgvlRAgNJjhppX3grl1bw3MUMs+qRZxqd3JDYmKInGyFc/mbJbC2nzkscsGn3TMdP5A/c527PqIoDh/VzCZ4/s+jgRkHhy0wlPKQJjX+bszJjFIy+5eFBnD6eOZijieSfPksVx11ux4rDRwUj7csF++HCICRm9wjRfmbnwPXnLvpK8OdI0VtjZdlLWG8MJ68aj5EDFzDFBO1fWSpI6JRoq6uKAM32AKs2Ot4ChsxNFnm9FLyQam6rpAelTdaxBLiHudztl9cPYQJEbvdMhkHDLavg6YAOMudUOVlTje4FqfBeiKDT+bKrxs0ZhW+u5M03oNxIUqnFE+P5YetCJHeTSwl2Prp32DJEn/bNmthj/xvFpFY/Z31BRxmzlsVwYixzn55tjaX5d6eaNmwXCiO5eRwJPRrboCKlbN0ie/8s3kPfwSs9bVC4+rvuzIfGiFmmBysOHmGSU/VcTIye4ZfrIW888Txj9R3mxbSn15gZ0S36IXNbPfuzdnrNtu3H7/phWM5sDtoqN5MzpNAQ3DV+s8BIJ00jSh4hXxEWAPX9y6mrKTdprCKS5SBS+fTi23UlUkNnHaXButEsIFVrrw+z/celZiuCCPFC1HIgrd+5kjWwsjlQM4QPqN6+Vyxz339un2otoeIiLuuEqdkp8p3RNBjII0xaAQvC3ZIUOpE0enB1ZvehhdXj4x/toWXWQaUq3nbrOh7jJyLh6uHkg0RJ9yrjdKXLnIhzNHeYZwgC+g0XHB0C5FvI+LVSW+5P7l3YnVQ8ECFOTQ1YtP9e9HMQbi7bcbHhKPhAsvDbR5fvyYu+uH5LuF3FhwTzCIfhv2CPE0ECobsjfBNhd6OHmmnM8N1gKzc8+zTz7iDUYxgm9tNl2Y4nwlZO4jwmOK2cEK+OkeJqI4vKs2B/eogze2XF9Tb+D2VwplpefjGOmF+9NOo1oTTRqLNnzl3zh05I8fW8b7x5ZsH7cjWr9QFHiqxuYEoDk5nXi/n1haNbNATrvDUb6OLKQ5VHgbkdsnfttj0ROxVl/GZAEEaPicrmo77WmZ/ulQgdf4qZKna66WUzB2CNdpmvnhYujEhQGHsH7YBvjc2cf5ddXO0LSkfli4damW1ccnz4spervFy0BQ9t3ijDTFAchjQBw9CN1MbZUb44veprV0OPQyFCrpmPpCi5A/9rpHagiLOqtnUoUwgDc6F57uAKcgjoaj1tkRyFws3lRUzTS3LKMO9qKX8KUlPfE9zYD4bf45WEGDYiSDFFdj2MXD886zQ5SU8YqMlPh2BrGEiaS8AuiiVLLVck8DgtDDZi+XUctiBBrHs3cXZ43I+NC1erUFQnDYJx9JHUUAqmOIuWVKbGXKxqy9DeKkkShTD6SQVOkiA63GUG9xPaKy4vvr+u94BEgqHxERieAmTdkmtjYhHfy8A7O1EftIQcqHxVgbJHf3jVqX+p36lH17heiR2R3c6zaOkC3z/GeFSPoU5/9BWiyLndJLDO6Z6/z0OHXdxYBfdi4jmKjUSluaXJ+Sd8Ffh8ZO8nNXJGlFGEc8EVNWRv/KnueLerrAB9K6b6eOby466ZVNDa28zg74tF5n7KYzUbiVB7gTkiLTxafN7izxrVFqnKdMmpfkNZ3D7tAIOIUw0zO06yxtUv91Mc4qQUMI2nkgb4kHGNSdFR1qa9NfPxuT+oy3XyajlwY9lB2Mk+Py3yIjn2C+7gWXTbZAkZzBtD1eQGri8MVOJMUnWhs6sCk1BhyBS32MjCryhq8X4uXO370lyweEwjxC4NvHNgX2yXJTJO17SPWAuxuSwtbvZduJ77cvecY+wyhpqB2ftl1D9E2O2Zix7mKLAz33gDYz2Rfh71Fh26mkj/qfNRT3jP/7b4qMTzcRS+B+l8u9WXYe/SFMl0nJ/pzzK8+zrq5Du1FHPQrRpZTavGqgdbCNzl70KGyvmPZj/NnWV8Hz0iEIoxRxjz2EDvZofCWcX6RXgN5VtZ80Cp3LGGiOW+ioPz4qieR1dCFl3rOUOUA15kAXVmwM8MtfOB4KoYaSH62V1Vg+ngWt0NA/Tpx+JYEj99xzh5+OrISK8s1m6MtcVP6jtdeOq7veYY8lOn1aNK158Kiwdlb72ruhrpwvZzyx3YIg8iZvL19nAWFR1T56sM6lns5wmjD9iXaVEBwLR5BmrIg2mLnOqwfmqsm/Plbgh16GjxUn7r5F+GDReVUu/eMzzacPuISlaLJRmeHIzPkvfMNH/bB+xuv0vOtYkx2NyyLnbMvTXDTnxSj1//2CEA7iscHyrPqTGQlO51MtsLgekVG8EE3XfwhfNZxX+LXqXP+0fy2FnA5Hdz7O/liXIn0xRW1aIRACvqDtZdgrDYrJEnpqyCnGWAVUK8Cg8UoJf7n1DvnTWyOM9evc0rO5tsi06cOBjMTkfei0eJoMFcf1ZFFU+JH99ladrTmH/K9fQbaaP+TKlyWP0Zp24+gFlsQe+LKwsyVOVZ3wdU6Ln0Hx/HGlIw2nYGUfcxzQKzMFTISXrfO/LqJz6x0DVNdE484sCZGCLHkqNuPT6QK/swhSxnzA7FCr9mLZLwsoq7MaytvP5tx4LixCq3KsZbLQscXbYzyxf4HXGu/BC+Z1Rhuju4PjIDOrybPRhsWwIvOgNfNzRSh3BvtPCnGYkXZy39U8LxpuwF5HSHAkby1vs8toED/SckQLyozowoXeUs9eTQTwEw8yh7EJ0ixETvenxpWju0YVqIKl345xbCiov6dVWe63Kefl+rzKJ8zVmO6jOPCR6Nyau2IWFNg7EGGWjk6isvzXHe7MpKNFwGIkqcpgkVpKiOdnxyuE7HtzxvPbvu89CxdnvylcJCbG9dXkw1OqCJwYiZJ0lzvBTi2KKVUZK75L/wKe/YkXSVBNnWjhOIySJPoy6iVv9WEDo8dTfDsw50Kr0KYgmPRV7lSxMHoNRj6EHMDEj3RQVfC0NOF0cnTrOMTmhAXjz0meAFvF2GUoi/Xi8BKLY73cp8PEZbaHEi6fr4liObhkMuMp7yw35hQJVUl5td+hJIBgmauNONExdv+s3T7IVtn/ajLrO9gu+XlWOrWppUVBYPRcjAC6sDi5YaJj67iGo+Em/7pMzr8rKKk9e8GnvNbwFyzaON1fWQDEFMKrrmcGMQmE1MYRYQ4nI1lL7OgKyjqweb8ncohNC/iYZR6iSdZ65r6AqqaPNr07SoEepqmeAF6VZxWyAIkX02jw2vVUpngTI+bKzBW0rt/uDUuiItqGhKik61aKp2kb+s/tX2jd0kT/c5ZyV9DL1O00HZ82fpkE8aQZbYa8swrDgrt2MVviRt5PL4tqsAMtOlj3tT97QrNj//cwLm7pctP8BbM7qNQGunp0xoMwAeL9Pfik1EVNfvumQAkat+xE+zkmw6HwRJu7MTo+tJfMfQYykSQ0JrM3CxKNAzArchKkXqHKlCrwbq+jSSxiWeafeyXDInpyyzXEKsWe03sczTPSNXd1gBQ2tEyTdUecvf/ehsoVS/Huq/+/DpQ4ZUoYDswLvlrxHCDXn/EshCqvvgf8ZJj/8PP/zCgVOb1PMNbOS2Lo9Rwa43qdJVoV3SzIQy+oGCoaYtgpA4+0HTQV7bkj76t1nnIUa/KjXsT7L356opGD/M94kPxPnvtX1BLAwQUAAIACAD4YixMKwvAbUoAAABrAAAAGwAAAHVuaXZlcnNhbC91bml2ZXJzYWwucG5nLnhtbLOxr8jNUShLLSrOzM+zVTLUM1Cyt+PlsikoSi3LTC1XqACKGekZQICSQiUqtzwzpSQDKGRgbowQzEjNTM8osVWyMDCFC+oDzQQAUEsBAgAAFAACAAgA+GIsTBUOrShkBAAABxEAAB0AAAAAAAAAAQAAAAAAAAAAAHVuaXZlcnNhbC9jb21tb25fbWVzc2FnZXMubG5nUEsBAgAAFAACAAgA+GIsTAh+CyMpAwAAhgwAACcAAAAAAAAAAQAAAAAAnwQAAHVuaXZlcnNhbC9mbGFzaF9wdWJsaXNoaW5nX3NldHRpbmdzLnhtbFBLAQIAABQAAgAIAPhiLEy1/AlkugIAAFUKAAAhAAAAAAAAAAEAAAAAAA0IAAB1bml2ZXJzYWwvZmxhc2hfc2tpbl9zZXR0aW5ncy54bWxQSwECAAAUAAIACAD4YixMKpYPZ/4CAACXCwAAJgAAAAAAAAABAAAAAAAGCwAAdW5pdmVyc2FsL2h0bWxfcHVibGlzaGluZ19zZXR0aW5ncy54bWxQSwECAAAUAAIACAD4YixMaHFSkZoBAAAfBgAAHwAAAAAAAAABAAAAAABIDgAAdW5pdmVyc2FsL2h0bWxfc2tpbl9zZXR0aW5ncy5qc1BLAQIAABQAAgAIAPhiLEw9PC/RwQAAAOUBAAAaAAAAAAAAAAEAAAAAAB8QAAB1bml2ZXJzYWwvaTE4bl9wcmVzZXRzLnhtbFBLAQIAABQAAgAIAPhiLEya+ZZkawAAAGsAAAAcAAAAAAAAAAEAAAAAABgRAAB1bml2ZXJzYWwvbG9jYWxfc2V0dGluZ3MueG1sUEsBAgAAFAACAAgARJRXRyO0Tvv7AgAAsAgAABQAAAAAAAAAAQAAAAAAvREAAHVuaXZlcnNhbC9wbGF5ZXIueG1sUEsBAgAAFAACAAgA+GIsTLCHI/RsAQAA9wIAACkAAAAAAAAAAQAAAAAA6hQAAHVuaXZlcnNhbC9za2luX2N1c3RvbWl6YXRpb25fc2V0dGluZ3MueG1sUEsBAgAAFAACAAgA+GIsTAXZichKDQAA1SEAABcAAAAAAAAAAAAAAAAAnRYAAHVuaXZlcnNhbC91bml2ZXJzYWwucG5nUEsBAgAAFAACAAgA+GIsTCsLwG1KAAAAawAAABsAAAAAAAAAAQAAAAAAHCQAAHVuaXZlcnNhbC91bml2ZXJzYWwucG5nLnhtbFBLBQYAAAAACwALAEkDAACfJAAAAAA="/>
  <p:tag name="ISPRING_PRESENTATION_TITLE" val="区块链比特币"/>
  <p:tag name="ISPRING_SCORM_RATE_QUIZZES" val="0"/>
  <p:tag name="ISPRING_SCORM_PASSING_SCORE" val="100.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D:\ppt\第11批\638556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780759452"/>
  <p:tag name="KSO_WM_UNIT_PLACING_PICTURE_USER_VIEWPORT" val="{&quot;height&quot;:15840,&quot;width&quot;:1516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780759452"/>
  <p:tag name="KSO_WM_UNIT_PLACING_PICTURE_USER_VIEWPORT" val="{&quot;height&quot;:15840,&quot;width&quot;:1516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780759452"/>
  <p:tag name="KSO_WM_UNIT_PLACING_PICTURE_USER_VIEWPORT" val="{&quot;height&quot;:15840,&quot;width&quot;:1516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780759452"/>
  <p:tag name="KSO_WM_UNIT_PLACING_PICTURE_USER_VIEWPORT" val="{&quot;height&quot;:15840,&quot;width&quot;:1516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780759452"/>
  <p:tag name="KSO_WM_UNIT_PLACING_PICTURE_USER_VIEWPORT" val="{&quot;height&quot;:15840,&quot;width&quot;:1516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780759452"/>
  <p:tag name="KSO_WM_UNIT_PLACING_PICTURE_USER_VIEWPORT" val="{&quot;height&quot;:15840,&quot;width&quot;:151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780759452"/>
  <p:tag name="KSO_WM_UNIT_PLACING_PICTURE_USER_VIEWPORT" val="{&quot;height&quot;:15840,&quot;width&quot;:151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780759452"/>
  <p:tag name="KSO_WM_UNIT_PLACING_PICTURE_USER_VIEWPORT" val="{&quot;height&quot;:15840,&quot;width&quot;:15165}"/>
</p:tagLst>
</file>

<file path=ppt/theme/theme1.xml><?xml version="1.0" encoding="utf-8"?>
<a:theme xmlns:a="http://schemas.openxmlformats.org/drawingml/2006/main" name="www.freeppt7.com">
  <a:themeElements>
    <a:clrScheme name="海岸线">
      <a:dk1>
        <a:srgbClr val="000000"/>
      </a:dk1>
      <a:lt1>
        <a:srgbClr val="FFFFFF"/>
      </a:lt1>
      <a:dk2>
        <a:srgbClr val="E3D7CF"/>
      </a:dk2>
      <a:lt2>
        <a:srgbClr val="C1BFCB"/>
      </a:lt2>
      <a:accent1>
        <a:srgbClr val="8BB5C7"/>
      </a:accent1>
      <a:accent2>
        <a:srgbClr val="69A7C5"/>
      </a:accent2>
      <a:accent3>
        <a:srgbClr val="4E8DBC"/>
      </a:accent3>
      <a:accent4>
        <a:srgbClr val="0D74A7"/>
      </a:accent4>
      <a:accent5>
        <a:srgbClr val="01528B"/>
      </a:accent5>
      <a:accent6>
        <a:srgbClr val="013768"/>
      </a:accent6>
      <a:hlink>
        <a:srgbClr val="3E6487"/>
      </a:hlink>
      <a:folHlink>
        <a:srgbClr val="53788B"/>
      </a:folHlink>
    </a:clrScheme>
    <a:fontScheme name="2r3zevew">
      <a:majorFont>
        <a:latin typeface="印品黑体"/>
        <a:ea typeface="微软雅黑"/>
        <a:cs typeface=""/>
      </a:majorFont>
      <a:minorFont>
        <a:latin typeface="印品黑体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ww.jp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2583</TotalTime>
  <Words>286</Words>
  <Application>Microsoft Office PowerPoint</Application>
  <PresentationFormat>Widescreen</PresentationFormat>
  <Paragraphs>94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微软雅黑</vt:lpstr>
      <vt:lpstr>Arial</vt:lpstr>
      <vt:lpstr>Calibri</vt:lpstr>
      <vt:lpstr>Segoe UI</vt:lpstr>
      <vt:lpstr>印品黑体</vt:lpstr>
      <vt:lpstr>字魂59号-创粗黑</vt:lpstr>
      <vt:lpstr>www.freeppt7.com</vt:lpstr>
      <vt:lpstr>www.jpppt.com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区块链</dc:title>
  <dc:creator>第一PPT</dc:creator>
  <cp:keywords>www.1ppt.com</cp:keywords>
  <dc:description>www.1ppt.com</dc:description>
  <cp:lastModifiedBy>Астафьев Владимир</cp:lastModifiedBy>
  <cp:revision>130</cp:revision>
  <dcterms:created xsi:type="dcterms:W3CDTF">2018-03-25T01:21:00Z</dcterms:created>
  <dcterms:modified xsi:type="dcterms:W3CDTF">2025-05-14T13:04:52Z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2052-11.1.0.9305</vt:lpwstr>
  </property>
</Properties>
</file>